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Lst>
  <p:notesMasterIdLst>
    <p:notesMasterId r:id="rId22"/>
  </p:notesMasterIdLst>
  <p:sldIdLst>
    <p:sldId id="319" r:id="rId6"/>
    <p:sldId id="763" r:id="rId7"/>
    <p:sldId id="762" r:id="rId8"/>
    <p:sldId id="772" r:id="rId9"/>
    <p:sldId id="773" r:id="rId10"/>
    <p:sldId id="774" r:id="rId11"/>
    <p:sldId id="775" r:id="rId12"/>
    <p:sldId id="776" r:id="rId13"/>
    <p:sldId id="768" r:id="rId14"/>
    <p:sldId id="767" r:id="rId15"/>
    <p:sldId id="764" r:id="rId16"/>
    <p:sldId id="765" r:id="rId17"/>
    <p:sldId id="766" r:id="rId18"/>
    <p:sldId id="769" r:id="rId19"/>
    <p:sldId id="771" r:id="rId20"/>
    <p:sldId id="318" r:id="rId21"/>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eunissen,Kevin K.A.T.M." initials="TK" lastIdx="1" clrIdx="0">
    <p:extLst>
      <p:ext uri="{19B8F6BF-5375-455C-9EA6-DF929625EA0E}">
        <p15:presenceInfo xmlns:p15="http://schemas.microsoft.com/office/powerpoint/2012/main" userId="S-1-5-21-11087255-1466054374-1897138802-17048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266"/>
    <a:srgbClr val="582D58"/>
    <a:srgbClr val="88B476"/>
    <a:srgbClr val="C59F76"/>
    <a:srgbClr val="9DABC3"/>
    <a:srgbClr val="522952"/>
    <a:srgbClr val="D8A4A0"/>
    <a:srgbClr val="E40086"/>
    <a:srgbClr val="2F5596"/>
    <a:srgbClr val="13455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commentAuthors" Target="commentAuthor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C1EC17-C938-4385-A0A1-618AEA3564C1}" type="datetimeFigureOut">
              <a:rPr lang="nl-NL" smtClean="0"/>
              <a:t>10-3-2026</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A98218-B07B-409E-B338-E354B9484C33}" type="slidenum">
              <a:rPr lang="nl-NL" smtClean="0"/>
              <a:t>‹#›</a:t>
            </a:fld>
            <a:endParaRPr lang="nl-NL"/>
          </a:p>
        </p:txBody>
      </p:sp>
    </p:spTree>
    <p:extLst>
      <p:ext uri="{BB962C8B-B14F-4D97-AF65-F5344CB8AC3E}">
        <p14:creationId xmlns:p14="http://schemas.microsoft.com/office/powerpoint/2010/main" val="546109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a:t>.</a:t>
            </a:r>
          </a:p>
        </p:txBody>
      </p:sp>
      <p:sp>
        <p:nvSpPr>
          <p:cNvPr id="4" name="Tijdelijke aanduiding voor dianummer 3"/>
          <p:cNvSpPr>
            <a:spLocks noGrp="1"/>
          </p:cNvSpPr>
          <p:nvPr>
            <p:ph type="sldNum" sz="quarter" idx="5"/>
          </p:nvPr>
        </p:nvSpPr>
        <p:spPr/>
        <p:txBody>
          <a:bodyPr/>
          <a:lstStyle/>
          <a:p>
            <a:fld id="{BFA98218-B07B-409E-B338-E354B9484C33}" type="slidenum">
              <a:rPr lang="nl-NL" smtClean="0"/>
              <a:t>1</a:t>
            </a:fld>
            <a:endParaRPr lang="nl-NL"/>
          </a:p>
        </p:txBody>
      </p:sp>
    </p:spTree>
    <p:extLst>
      <p:ext uri="{BB962C8B-B14F-4D97-AF65-F5344CB8AC3E}">
        <p14:creationId xmlns:p14="http://schemas.microsoft.com/office/powerpoint/2010/main" val="24955223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4C0BD-F3F6-9D20-5579-F6995670ACE4}"/>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78F337B4-4708-7707-E716-C5932F7C0A9F}"/>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9D58F58F-9576-A370-4544-5F45D1CCC456}"/>
              </a:ext>
            </a:extLst>
          </p:cNvPr>
          <p:cNvSpPr>
            <a:spLocks noGrp="1"/>
          </p:cNvSpPr>
          <p:nvPr>
            <p:ph type="body" idx="1"/>
          </p:nvPr>
        </p:nvSpPr>
        <p:spPr/>
        <p:txBody>
          <a:bodyPr/>
          <a:lstStyle/>
          <a:p>
            <a:pPr>
              <a:buFont typeface="+mj-lt"/>
              <a:buNone/>
            </a:pPr>
            <a:endParaRPr lang="nl-NL" dirty="0"/>
          </a:p>
        </p:txBody>
      </p:sp>
      <p:sp>
        <p:nvSpPr>
          <p:cNvPr id="4" name="Tijdelijke aanduiding voor dianummer 3">
            <a:extLst>
              <a:ext uri="{FF2B5EF4-FFF2-40B4-BE49-F238E27FC236}">
                <a16:creationId xmlns:a16="http://schemas.microsoft.com/office/drawing/2014/main" id="{E5603ED0-10EF-807E-119A-8B9A656A21AC}"/>
              </a:ext>
            </a:extLst>
          </p:cNvPr>
          <p:cNvSpPr>
            <a:spLocks noGrp="1"/>
          </p:cNvSpPr>
          <p:nvPr>
            <p:ph type="sldNum" sz="quarter" idx="5"/>
          </p:nvPr>
        </p:nvSpPr>
        <p:spPr/>
        <p:txBody>
          <a:bodyPr/>
          <a:lstStyle/>
          <a:p>
            <a:fld id="{BFA98218-B07B-409E-B338-E354B9484C33}" type="slidenum">
              <a:rPr lang="nl-NL" smtClean="0"/>
              <a:t>2</a:t>
            </a:fld>
            <a:endParaRPr lang="nl-NL"/>
          </a:p>
        </p:txBody>
      </p:sp>
    </p:spTree>
    <p:extLst>
      <p:ext uri="{BB962C8B-B14F-4D97-AF65-F5344CB8AC3E}">
        <p14:creationId xmlns:p14="http://schemas.microsoft.com/office/powerpoint/2010/main" val="36045582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a:buFont typeface="+mj-lt"/>
              <a:buNone/>
            </a:pPr>
            <a:r>
              <a:rPr lang="en-US" dirty="0"/>
              <a:t>Demo: Demo the progress you made. Discuss and elaborate on your progress.</a:t>
            </a:r>
          </a:p>
          <a:p>
            <a:pPr>
              <a:buFont typeface="+mj-lt"/>
              <a:buNone/>
            </a:pPr>
            <a:r>
              <a:rPr lang="en-US" dirty="0"/>
              <a:t>Evidence: What evidence did you create that supports your learnings towards the learning outcomes?</a:t>
            </a:r>
          </a:p>
          <a:p>
            <a:pPr>
              <a:buFont typeface="+mj-lt"/>
              <a:buNone/>
            </a:pPr>
            <a:r>
              <a:rPr lang="en-US" dirty="0"/>
              <a:t>Learning activities: What learning activities have you undertaken?</a:t>
            </a:r>
          </a:p>
          <a:p>
            <a:pPr>
              <a:buFont typeface="+mj-lt"/>
              <a:buNone/>
            </a:pPr>
            <a:endParaRPr lang="en-US"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dirty="0"/>
              <a:t>Developmental scale (in case you feel you are ready to make a step on the developmental scale): This session needs to be well prepared. Which step on the development-oriented scale do you believe you demonstrate for each learning outcome? Portfolio, reading guide and </a:t>
            </a:r>
            <a:r>
              <a:rPr lang="en-US" dirty="0" err="1"/>
              <a:t>PortFlow</a:t>
            </a:r>
            <a:r>
              <a:rPr lang="en-US" dirty="0"/>
              <a:t> snapshot must be updated. </a:t>
            </a:r>
            <a:endParaRPr lang="nl-NL" dirty="0"/>
          </a:p>
        </p:txBody>
      </p:sp>
      <p:sp>
        <p:nvSpPr>
          <p:cNvPr id="4" name="Tijdelijke aanduiding voor dianummer 3"/>
          <p:cNvSpPr>
            <a:spLocks noGrp="1"/>
          </p:cNvSpPr>
          <p:nvPr>
            <p:ph type="sldNum" sz="quarter" idx="5"/>
          </p:nvPr>
        </p:nvSpPr>
        <p:spPr/>
        <p:txBody>
          <a:bodyPr/>
          <a:lstStyle/>
          <a:p>
            <a:fld id="{BFA98218-B07B-409E-B338-E354B9484C33}" type="slidenum">
              <a:rPr lang="nl-NL" smtClean="0"/>
              <a:t>3</a:t>
            </a:fld>
            <a:endParaRPr lang="nl-NL"/>
          </a:p>
        </p:txBody>
      </p:sp>
    </p:spTree>
    <p:extLst>
      <p:ext uri="{BB962C8B-B14F-4D97-AF65-F5344CB8AC3E}">
        <p14:creationId xmlns:p14="http://schemas.microsoft.com/office/powerpoint/2010/main" val="1111463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4C0BD-F3F6-9D20-5579-F6995670ACE4}"/>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78F337B4-4708-7707-E716-C5932F7C0A9F}"/>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9D58F58F-9576-A370-4544-5F45D1CCC456}"/>
              </a:ext>
            </a:extLst>
          </p:cNvPr>
          <p:cNvSpPr>
            <a:spLocks noGrp="1"/>
          </p:cNvSpPr>
          <p:nvPr>
            <p:ph type="body" idx="1"/>
          </p:nvPr>
        </p:nvSpPr>
        <p:spPr/>
        <p:txBody>
          <a:bodyPr/>
          <a:lstStyle/>
          <a:p>
            <a:pPr>
              <a:buFont typeface="+mj-lt"/>
              <a:buNone/>
            </a:pPr>
            <a:endParaRPr lang="nl-NL" dirty="0"/>
          </a:p>
        </p:txBody>
      </p:sp>
      <p:sp>
        <p:nvSpPr>
          <p:cNvPr id="4" name="Tijdelijke aanduiding voor dianummer 3">
            <a:extLst>
              <a:ext uri="{FF2B5EF4-FFF2-40B4-BE49-F238E27FC236}">
                <a16:creationId xmlns:a16="http://schemas.microsoft.com/office/drawing/2014/main" id="{E5603ED0-10EF-807E-119A-8B9A656A21AC}"/>
              </a:ext>
            </a:extLst>
          </p:cNvPr>
          <p:cNvSpPr>
            <a:spLocks noGrp="1"/>
          </p:cNvSpPr>
          <p:nvPr>
            <p:ph type="sldNum" sz="quarter" idx="5"/>
          </p:nvPr>
        </p:nvSpPr>
        <p:spPr/>
        <p:txBody>
          <a:bodyPr/>
          <a:lstStyle/>
          <a:p>
            <a:fld id="{BFA98218-B07B-409E-B338-E354B9484C33}" type="slidenum">
              <a:rPr lang="nl-NL" smtClean="0"/>
              <a:t>4</a:t>
            </a:fld>
            <a:endParaRPr lang="nl-NL"/>
          </a:p>
        </p:txBody>
      </p:sp>
    </p:spTree>
    <p:extLst>
      <p:ext uri="{BB962C8B-B14F-4D97-AF65-F5344CB8AC3E}">
        <p14:creationId xmlns:p14="http://schemas.microsoft.com/office/powerpoint/2010/main" val="19243604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4C0BD-F3F6-9D20-5579-F6995670ACE4}"/>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78F337B4-4708-7707-E716-C5932F7C0A9F}"/>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9D58F58F-9576-A370-4544-5F45D1CCC456}"/>
              </a:ext>
            </a:extLst>
          </p:cNvPr>
          <p:cNvSpPr>
            <a:spLocks noGrp="1"/>
          </p:cNvSpPr>
          <p:nvPr>
            <p:ph type="body" idx="1"/>
          </p:nvPr>
        </p:nvSpPr>
        <p:spPr/>
        <p:txBody>
          <a:bodyPr/>
          <a:lstStyle/>
          <a:p>
            <a:pPr>
              <a:buFont typeface="+mj-lt"/>
              <a:buNone/>
            </a:pPr>
            <a:endParaRPr lang="nl-NL" dirty="0"/>
          </a:p>
        </p:txBody>
      </p:sp>
      <p:sp>
        <p:nvSpPr>
          <p:cNvPr id="4" name="Tijdelijke aanduiding voor dianummer 3">
            <a:extLst>
              <a:ext uri="{FF2B5EF4-FFF2-40B4-BE49-F238E27FC236}">
                <a16:creationId xmlns:a16="http://schemas.microsoft.com/office/drawing/2014/main" id="{E5603ED0-10EF-807E-119A-8B9A656A21AC}"/>
              </a:ext>
            </a:extLst>
          </p:cNvPr>
          <p:cNvSpPr>
            <a:spLocks noGrp="1"/>
          </p:cNvSpPr>
          <p:nvPr>
            <p:ph type="sldNum" sz="quarter" idx="5"/>
          </p:nvPr>
        </p:nvSpPr>
        <p:spPr/>
        <p:txBody>
          <a:bodyPr/>
          <a:lstStyle/>
          <a:p>
            <a:fld id="{BFA98218-B07B-409E-B338-E354B9484C33}" type="slidenum">
              <a:rPr lang="nl-NL" smtClean="0"/>
              <a:t>5</a:t>
            </a:fld>
            <a:endParaRPr lang="nl-NL"/>
          </a:p>
        </p:txBody>
      </p:sp>
    </p:spTree>
    <p:extLst>
      <p:ext uri="{BB962C8B-B14F-4D97-AF65-F5344CB8AC3E}">
        <p14:creationId xmlns:p14="http://schemas.microsoft.com/office/powerpoint/2010/main" val="10585232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4C0BD-F3F6-9D20-5579-F6995670ACE4}"/>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78F337B4-4708-7707-E716-C5932F7C0A9F}"/>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9D58F58F-9576-A370-4544-5F45D1CCC456}"/>
              </a:ext>
            </a:extLst>
          </p:cNvPr>
          <p:cNvSpPr>
            <a:spLocks noGrp="1"/>
          </p:cNvSpPr>
          <p:nvPr>
            <p:ph type="body" idx="1"/>
          </p:nvPr>
        </p:nvSpPr>
        <p:spPr/>
        <p:txBody>
          <a:bodyPr/>
          <a:lstStyle/>
          <a:p>
            <a:pPr>
              <a:buFont typeface="+mj-lt"/>
              <a:buNone/>
            </a:pPr>
            <a:endParaRPr lang="nl-NL" dirty="0"/>
          </a:p>
        </p:txBody>
      </p:sp>
      <p:sp>
        <p:nvSpPr>
          <p:cNvPr id="4" name="Tijdelijke aanduiding voor dianummer 3">
            <a:extLst>
              <a:ext uri="{FF2B5EF4-FFF2-40B4-BE49-F238E27FC236}">
                <a16:creationId xmlns:a16="http://schemas.microsoft.com/office/drawing/2014/main" id="{E5603ED0-10EF-807E-119A-8B9A656A21AC}"/>
              </a:ext>
            </a:extLst>
          </p:cNvPr>
          <p:cNvSpPr>
            <a:spLocks noGrp="1"/>
          </p:cNvSpPr>
          <p:nvPr>
            <p:ph type="sldNum" sz="quarter" idx="5"/>
          </p:nvPr>
        </p:nvSpPr>
        <p:spPr/>
        <p:txBody>
          <a:bodyPr/>
          <a:lstStyle/>
          <a:p>
            <a:fld id="{BFA98218-B07B-409E-B338-E354B9484C33}" type="slidenum">
              <a:rPr lang="nl-NL" smtClean="0"/>
              <a:t>6</a:t>
            </a:fld>
            <a:endParaRPr lang="nl-NL"/>
          </a:p>
        </p:txBody>
      </p:sp>
    </p:spTree>
    <p:extLst>
      <p:ext uri="{BB962C8B-B14F-4D97-AF65-F5344CB8AC3E}">
        <p14:creationId xmlns:p14="http://schemas.microsoft.com/office/powerpoint/2010/main" val="997466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4C0BD-F3F6-9D20-5579-F6995670ACE4}"/>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78F337B4-4708-7707-E716-C5932F7C0A9F}"/>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9D58F58F-9576-A370-4544-5F45D1CCC456}"/>
              </a:ext>
            </a:extLst>
          </p:cNvPr>
          <p:cNvSpPr>
            <a:spLocks noGrp="1"/>
          </p:cNvSpPr>
          <p:nvPr>
            <p:ph type="body" idx="1"/>
          </p:nvPr>
        </p:nvSpPr>
        <p:spPr/>
        <p:txBody>
          <a:bodyPr/>
          <a:lstStyle/>
          <a:p>
            <a:pPr>
              <a:buFont typeface="+mj-lt"/>
              <a:buNone/>
            </a:pPr>
            <a:endParaRPr lang="nl-NL" dirty="0"/>
          </a:p>
        </p:txBody>
      </p:sp>
      <p:sp>
        <p:nvSpPr>
          <p:cNvPr id="4" name="Tijdelijke aanduiding voor dianummer 3">
            <a:extLst>
              <a:ext uri="{FF2B5EF4-FFF2-40B4-BE49-F238E27FC236}">
                <a16:creationId xmlns:a16="http://schemas.microsoft.com/office/drawing/2014/main" id="{E5603ED0-10EF-807E-119A-8B9A656A21AC}"/>
              </a:ext>
            </a:extLst>
          </p:cNvPr>
          <p:cNvSpPr>
            <a:spLocks noGrp="1"/>
          </p:cNvSpPr>
          <p:nvPr>
            <p:ph type="sldNum" sz="quarter" idx="5"/>
          </p:nvPr>
        </p:nvSpPr>
        <p:spPr/>
        <p:txBody>
          <a:bodyPr/>
          <a:lstStyle/>
          <a:p>
            <a:fld id="{BFA98218-B07B-409E-B338-E354B9484C33}" type="slidenum">
              <a:rPr lang="nl-NL" smtClean="0"/>
              <a:t>7</a:t>
            </a:fld>
            <a:endParaRPr lang="nl-NL"/>
          </a:p>
        </p:txBody>
      </p:sp>
    </p:spTree>
    <p:extLst>
      <p:ext uri="{BB962C8B-B14F-4D97-AF65-F5344CB8AC3E}">
        <p14:creationId xmlns:p14="http://schemas.microsoft.com/office/powerpoint/2010/main" val="40617925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4C0BD-F3F6-9D20-5579-F6995670ACE4}"/>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78F337B4-4708-7707-E716-C5932F7C0A9F}"/>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9D58F58F-9576-A370-4544-5F45D1CCC456}"/>
              </a:ext>
            </a:extLst>
          </p:cNvPr>
          <p:cNvSpPr>
            <a:spLocks noGrp="1"/>
          </p:cNvSpPr>
          <p:nvPr>
            <p:ph type="body" idx="1"/>
          </p:nvPr>
        </p:nvSpPr>
        <p:spPr/>
        <p:txBody>
          <a:bodyPr/>
          <a:lstStyle/>
          <a:p>
            <a:pPr>
              <a:buFont typeface="+mj-lt"/>
              <a:buNone/>
            </a:pPr>
            <a:endParaRPr lang="nl-NL" dirty="0"/>
          </a:p>
        </p:txBody>
      </p:sp>
      <p:sp>
        <p:nvSpPr>
          <p:cNvPr id="4" name="Tijdelijke aanduiding voor dianummer 3">
            <a:extLst>
              <a:ext uri="{FF2B5EF4-FFF2-40B4-BE49-F238E27FC236}">
                <a16:creationId xmlns:a16="http://schemas.microsoft.com/office/drawing/2014/main" id="{E5603ED0-10EF-807E-119A-8B9A656A21AC}"/>
              </a:ext>
            </a:extLst>
          </p:cNvPr>
          <p:cNvSpPr>
            <a:spLocks noGrp="1"/>
          </p:cNvSpPr>
          <p:nvPr>
            <p:ph type="sldNum" sz="quarter" idx="5"/>
          </p:nvPr>
        </p:nvSpPr>
        <p:spPr/>
        <p:txBody>
          <a:bodyPr/>
          <a:lstStyle/>
          <a:p>
            <a:fld id="{BFA98218-B07B-409E-B338-E354B9484C33}" type="slidenum">
              <a:rPr lang="nl-NL" smtClean="0"/>
              <a:t>8</a:t>
            </a:fld>
            <a:endParaRPr lang="nl-NL"/>
          </a:p>
        </p:txBody>
      </p:sp>
    </p:spTree>
    <p:extLst>
      <p:ext uri="{BB962C8B-B14F-4D97-AF65-F5344CB8AC3E}">
        <p14:creationId xmlns:p14="http://schemas.microsoft.com/office/powerpoint/2010/main" val="20597391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1DFFF-5302-561F-6A3D-C986C88DC09C}"/>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08D103EE-985B-CD72-D27E-DDB0EE427E11}"/>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F8880ECD-FCFF-D863-5822-CBBE5765B039}"/>
              </a:ext>
            </a:extLst>
          </p:cNvPr>
          <p:cNvSpPr>
            <a:spLocks noGrp="1"/>
          </p:cNvSpPr>
          <p:nvPr>
            <p:ph type="body" idx="1"/>
          </p:nvPr>
        </p:nvSpPr>
        <p:spPr/>
        <p:txBody>
          <a:bodyPr/>
          <a:lstStyle/>
          <a:p>
            <a:pPr>
              <a:buFont typeface="+mj-lt"/>
              <a:buNone/>
            </a:pPr>
            <a:r>
              <a:rPr lang="nl-NL" err="1"/>
              <a:t>Remove</a:t>
            </a:r>
            <a:r>
              <a:rPr lang="nl-NL"/>
              <a:t> </a:t>
            </a:r>
            <a:r>
              <a:rPr lang="nl-NL" err="1"/>
              <a:t>this</a:t>
            </a:r>
            <a:r>
              <a:rPr lang="nl-NL"/>
              <a:t> slide </a:t>
            </a:r>
            <a:r>
              <a:rPr lang="nl-NL" err="1"/>
              <a:t>during</a:t>
            </a:r>
            <a:r>
              <a:rPr lang="nl-NL"/>
              <a:t> </a:t>
            </a:r>
            <a:r>
              <a:rPr lang="nl-NL" err="1"/>
              <a:t>your</a:t>
            </a:r>
            <a:r>
              <a:rPr lang="nl-NL"/>
              <a:t> Show &amp; </a:t>
            </a:r>
            <a:r>
              <a:rPr lang="nl-NL" err="1"/>
              <a:t>Grow</a:t>
            </a:r>
            <a:r>
              <a:rPr lang="nl-NL"/>
              <a:t> </a:t>
            </a:r>
            <a:r>
              <a:rPr lang="nl-NL" err="1"/>
              <a:t>presentation</a:t>
            </a:r>
            <a:r>
              <a:rPr lang="nl-NL"/>
              <a:t>.</a:t>
            </a:r>
          </a:p>
        </p:txBody>
      </p:sp>
      <p:sp>
        <p:nvSpPr>
          <p:cNvPr id="4" name="Tijdelijke aanduiding voor dianummer 3">
            <a:extLst>
              <a:ext uri="{FF2B5EF4-FFF2-40B4-BE49-F238E27FC236}">
                <a16:creationId xmlns:a16="http://schemas.microsoft.com/office/drawing/2014/main" id="{9BCBF79E-EB99-3969-726A-55F698F522E1}"/>
              </a:ext>
            </a:extLst>
          </p:cNvPr>
          <p:cNvSpPr>
            <a:spLocks noGrp="1"/>
          </p:cNvSpPr>
          <p:nvPr>
            <p:ph type="sldNum" sz="quarter" idx="5"/>
          </p:nvPr>
        </p:nvSpPr>
        <p:spPr/>
        <p:txBody>
          <a:bodyPr/>
          <a:lstStyle/>
          <a:p>
            <a:fld id="{BFA98218-B07B-409E-B338-E354B9484C33}" type="slidenum">
              <a:rPr lang="nl-NL" smtClean="0"/>
              <a:t>9</a:t>
            </a:fld>
            <a:endParaRPr lang="nl-NL"/>
          </a:p>
        </p:txBody>
      </p:sp>
    </p:spTree>
    <p:extLst>
      <p:ext uri="{BB962C8B-B14F-4D97-AF65-F5344CB8AC3E}">
        <p14:creationId xmlns:p14="http://schemas.microsoft.com/office/powerpoint/2010/main" val="17153365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056D4-FB3D-E3D9-1862-1DD91194DA7B}"/>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0A916A70-F4A4-8709-1751-0FB8645C4483}"/>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9E63A4DE-8CA0-0065-9375-A39CE4C1B0D2}"/>
              </a:ext>
            </a:extLst>
          </p:cNvPr>
          <p:cNvSpPr>
            <a:spLocks noGrp="1"/>
          </p:cNvSpPr>
          <p:nvPr>
            <p:ph type="body" idx="1"/>
          </p:nvPr>
        </p:nvSpPr>
        <p:spPr/>
        <p:txBody>
          <a:bodyPr/>
          <a:lstStyle/>
          <a:p>
            <a:pPr>
              <a:buFont typeface="+mj-lt"/>
              <a:buNone/>
            </a:pPr>
            <a:endParaRPr lang="nl-NL"/>
          </a:p>
        </p:txBody>
      </p:sp>
      <p:sp>
        <p:nvSpPr>
          <p:cNvPr id="4" name="Tijdelijke aanduiding voor dianummer 3">
            <a:extLst>
              <a:ext uri="{FF2B5EF4-FFF2-40B4-BE49-F238E27FC236}">
                <a16:creationId xmlns:a16="http://schemas.microsoft.com/office/drawing/2014/main" id="{FA509B53-04D7-7978-BB38-2AF861010961}"/>
              </a:ext>
            </a:extLst>
          </p:cNvPr>
          <p:cNvSpPr>
            <a:spLocks noGrp="1"/>
          </p:cNvSpPr>
          <p:nvPr>
            <p:ph type="sldNum" sz="quarter" idx="5"/>
          </p:nvPr>
        </p:nvSpPr>
        <p:spPr/>
        <p:txBody>
          <a:bodyPr/>
          <a:lstStyle/>
          <a:p>
            <a:fld id="{BFA98218-B07B-409E-B338-E354B9484C33}" type="slidenum">
              <a:rPr lang="nl-NL" smtClean="0"/>
              <a:t>10</a:t>
            </a:fld>
            <a:endParaRPr lang="nl-NL"/>
          </a:p>
        </p:txBody>
      </p:sp>
    </p:spTree>
    <p:extLst>
      <p:ext uri="{BB962C8B-B14F-4D97-AF65-F5344CB8AC3E}">
        <p14:creationId xmlns:p14="http://schemas.microsoft.com/office/powerpoint/2010/main" val="38638989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8E720-1A29-D877-FC48-73253BD7E47F}"/>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634AE9B3-073B-EF78-5FF3-EEE220D19592}"/>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76085257-4971-77EB-9D63-D3B14E77904E}"/>
              </a:ext>
            </a:extLst>
          </p:cNvPr>
          <p:cNvSpPr>
            <a:spLocks noGrp="1"/>
          </p:cNvSpPr>
          <p:nvPr>
            <p:ph type="body" idx="1"/>
          </p:nvPr>
        </p:nvSpPr>
        <p:spPr/>
        <p:txBody>
          <a:bodyPr/>
          <a:lstStyle/>
          <a:p>
            <a:pPr>
              <a:buFont typeface="+mj-lt"/>
              <a:buNone/>
            </a:pPr>
            <a:endParaRPr lang="nl-NL"/>
          </a:p>
        </p:txBody>
      </p:sp>
      <p:sp>
        <p:nvSpPr>
          <p:cNvPr id="4" name="Tijdelijke aanduiding voor dianummer 3">
            <a:extLst>
              <a:ext uri="{FF2B5EF4-FFF2-40B4-BE49-F238E27FC236}">
                <a16:creationId xmlns:a16="http://schemas.microsoft.com/office/drawing/2014/main" id="{56939294-CD66-0AD6-0DB9-C4831AD7B609}"/>
              </a:ext>
            </a:extLst>
          </p:cNvPr>
          <p:cNvSpPr>
            <a:spLocks noGrp="1"/>
          </p:cNvSpPr>
          <p:nvPr>
            <p:ph type="sldNum" sz="quarter" idx="5"/>
          </p:nvPr>
        </p:nvSpPr>
        <p:spPr/>
        <p:txBody>
          <a:bodyPr/>
          <a:lstStyle/>
          <a:p>
            <a:fld id="{BFA98218-B07B-409E-B338-E354B9484C33}" type="slidenum">
              <a:rPr lang="nl-NL" smtClean="0"/>
              <a:t>11</a:t>
            </a:fld>
            <a:endParaRPr lang="nl-NL"/>
          </a:p>
        </p:txBody>
      </p:sp>
    </p:spTree>
    <p:extLst>
      <p:ext uri="{BB962C8B-B14F-4D97-AF65-F5344CB8AC3E}">
        <p14:creationId xmlns:p14="http://schemas.microsoft.com/office/powerpoint/2010/main" val="6714257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B502D-D05F-0562-EE56-B99EAD5F2D14}"/>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3EFC89AC-3F1C-24D7-25C7-617E445E0FC1}"/>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6F4C686F-3DF6-EA2B-E423-9453A2708713}"/>
              </a:ext>
            </a:extLst>
          </p:cNvPr>
          <p:cNvSpPr>
            <a:spLocks noGrp="1"/>
          </p:cNvSpPr>
          <p:nvPr>
            <p:ph type="body" idx="1"/>
          </p:nvPr>
        </p:nvSpPr>
        <p:spPr/>
        <p:txBody>
          <a:bodyPr/>
          <a:lstStyle/>
          <a:p>
            <a:pPr>
              <a:buFont typeface="+mj-lt"/>
              <a:buNone/>
            </a:pPr>
            <a:endParaRPr lang="nl-NL"/>
          </a:p>
        </p:txBody>
      </p:sp>
      <p:sp>
        <p:nvSpPr>
          <p:cNvPr id="4" name="Tijdelijke aanduiding voor dianummer 3">
            <a:extLst>
              <a:ext uri="{FF2B5EF4-FFF2-40B4-BE49-F238E27FC236}">
                <a16:creationId xmlns:a16="http://schemas.microsoft.com/office/drawing/2014/main" id="{5E65940A-47CC-A5EF-0C43-5E5859C86B4A}"/>
              </a:ext>
            </a:extLst>
          </p:cNvPr>
          <p:cNvSpPr>
            <a:spLocks noGrp="1"/>
          </p:cNvSpPr>
          <p:nvPr>
            <p:ph type="sldNum" sz="quarter" idx="5"/>
          </p:nvPr>
        </p:nvSpPr>
        <p:spPr/>
        <p:txBody>
          <a:bodyPr/>
          <a:lstStyle/>
          <a:p>
            <a:fld id="{BFA98218-B07B-409E-B338-E354B9484C33}" type="slidenum">
              <a:rPr lang="nl-NL" smtClean="0"/>
              <a:t>12</a:t>
            </a:fld>
            <a:endParaRPr lang="nl-NL"/>
          </a:p>
        </p:txBody>
      </p:sp>
    </p:spTree>
    <p:extLst>
      <p:ext uri="{BB962C8B-B14F-4D97-AF65-F5344CB8AC3E}">
        <p14:creationId xmlns:p14="http://schemas.microsoft.com/office/powerpoint/2010/main" val="2682248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2EBCF-EE47-7D63-1285-2578BD6FEE9D}"/>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B7C9EE4F-E101-1D13-6363-BCFFCF790BC0}"/>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10D0450B-37F3-DC74-FAC3-54684089C733}"/>
              </a:ext>
            </a:extLst>
          </p:cNvPr>
          <p:cNvSpPr>
            <a:spLocks noGrp="1"/>
          </p:cNvSpPr>
          <p:nvPr>
            <p:ph type="body" idx="1"/>
          </p:nvPr>
        </p:nvSpPr>
        <p:spPr/>
        <p:txBody>
          <a:bodyPr/>
          <a:lstStyle/>
          <a:p>
            <a:pPr>
              <a:buFont typeface="+mj-lt"/>
              <a:buNone/>
            </a:pPr>
            <a:endParaRPr lang="nl-NL"/>
          </a:p>
        </p:txBody>
      </p:sp>
      <p:sp>
        <p:nvSpPr>
          <p:cNvPr id="4" name="Tijdelijke aanduiding voor dianummer 3">
            <a:extLst>
              <a:ext uri="{FF2B5EF4-FFF2-40B4-BE49-F238E27FC236}">
                <a16:creationId xmlns:a16="http://schemas.microsoft.com/office/drawing/2014/main" id="{74D105ED-00DB-B0A9-01BD-81AABD62DB17}"/>
              </a:ext>
            </a:extLst>
          </p:cNvPr>
          <p:cNvSpPr>
            <a:spLocks noGrp="1"/>
          </p:cNvSpPr>
          <p:nvPr>
            <p:ph type="sldNum" sz="quarter" idx="5"/>
          </p:nvPr>
        </p:nvSpPr>
        <p:spPr/>
        <p:txBody>
          <a:bodyPr/>
          <a:lstStyle/>
          <a:p>
            <a:fld id="{BFA98218-B07B-409E-B338-E354B9484C33}" type="slidenum">
              <a:rPr lang="nl-NL" smtClean="0"/>
              <a:t>13</a:t>
            </a:fld>
            <a:endParaRPr lang="nl-NL"/>
          </a:p>
        </p:txBody>
      </p:sp>
    </p:spTree>
    <p:extLst>
      <p:ext uri="{BB962C8B-B14F-4D97-AF65-F5344CB8AC3E}">
        <p14:creationId xmlns:p14="http://schemas.microsoft.com/office/powerpoint/2010/main" val="16191698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DC845-791B-3825-8422-1BEB66F800E2}"/>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200F48F1-0DC2-AB6F-BF93-37ACD70F1196}"/>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B0D5D667-AF20-4C86-FB39-00F75B7CC9BE}"/>
              </a:ext>
            </a:extLst>
          </p:cNvPr>
          <p:cNvSpPr>
            <a:spLocks noGrp="1"/>
          </p:cNvSpPr>
          <p:nvPr>
            <p:ph type="body" idx="1"/>
          </p:nvPr>
        </p:nvSpPr>
        <p:spPr/>
        <p:txBody>
          <a:bodyPr/>
          <a:lstStyle/>
          <a:p>
            <a:pPr>
              <a:buFont typeface="+mj-lt"/>
              <a:buNone/>
            </a:pPr>
            <a:endParaRPr lang="nl-NL"/>
          </a:p>
        </p:txBody>
      </p:sp>
      <p:sp>
        <p:nvSpPr>
          <p:cNvPr id="4" name="Tijdelijke aanduiding voor dianummer 3">
            <a:extLst>
              <a:ext uri="{FF2B5EF4-FFF2-40B4-BE49-F238E27FC236}">
                <a16:creationId xmlns:a16="http://schemas.microsoft.com/office/drawing/2014/main" id="{76131310-5BBA-7FB7-F42E-29C23FF6E739}"/>
              </a:ext>
            </a:extLst>
          </p:cNvPr>
          <p:cNvSpPr>
            <a:spLocks noGrp="1"/>
          </p:cNvSpPr>
          <p:nvPr>
            <p:ph type="sldNum" sz="quarter" idx="5"/>
          </p:nvPr>
        </p:nvSpPr>
        <p:spPr/>
        <p:txBody>
          <a:bodyPr/>
          <a:lstStyle/>
          <a:p>
            <a:fld id="{BFA98218-B07B-409E-B338-E354B9484C33}" type="slidenum">
              <a:rPr lang="nl-NL" smtClean="0"/>
              <a:t>14</a:t>
            </a:fld>
            <a:endParaRPr lang="nl-NL"/>
          </a:p>
        </p:txBody>
      </p:sp>
    </p:spTree>
    <p:extLst>
      <p:ext uri="{BB962C8B-B14F-4D97-AF65-F5344CB8AC3E}">
        <p14:creationId xmlns:p14="http://schemas.microsoft.com/office/powerpoint/2010/main" val="7890272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A7CC5-11AB-9DAF-CA8D-F6DC3C808A2F}"/>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D101826F-D7F3-2340-4E38-7D354A35298D}"/>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20235554-F8DE-74BC-988A-61644BB1BFFD}"/>
              </a:ext>
            </a:extLst>
          </p:cNvPr>
          <p:cNvSpPr>
            <a:spLocks noGrp="1"/>
          </p:cNvSpPr>
          <p:nvPr>
            <p:ph type="body" idx="1"/>
          </p:nvPr>
        </p:nvSpPr>
        <p:spPr/>
        <p:txBody>
          <a:bodyPr/>
          <a:lstStyle/>
          <a:p>
            <a:pPr>
              <a:buFont typeface="+mj-lt"/>
              <a:buNone/>
            </a:pPr>
            <a:endParaRPr lang="nl-NL"/>
          </a:p>
        </p:txBody>
      </p:sp>
      <p:sp>
        <p:nvSpPr>
          <p:cNvPr id="4" name="Tijdelijke aanduiding voor dianummer 3">
            <a:extLst>
              <a:ext uri="{FF2B5EF4-FFF2-40B4-BE49-F238E27FC236}">
                <a16:creationId xmlns:a16="http://schemas.microsoft.com/office/drawing/2014/main" id="{707EC02C-B6B3-792D-8301-6C98D75F6F83}"/>
              </a:ext>
            </a:extLst>
          </p:cNvPr>
          <p:cNvSpPr>
            <a:spLocks noGrp="1"/>
          </p:cNvSpPr>
          <p:nvPr>
            <p:ph type="sldNum" sz="quarter" idx="5"/>
          </p:nvPr>
        </p:nvSpPr>
        <p:spPr/>
        <p:txBody>
          <a:bodyPr/>
          <a:lstStyle/>
          <a:p>
            <a:fld id="{BFA98218-B07B-409E-B338-E354B9484C33}" type="slidenum">
              <a:rPr lang="nl-NL" smtClean="0"/>
              <a:t>15</a:t>
            </a:fld>
            <a:endParaRPr lang="nl-NL"/>
          </a:p>
        </p:txBody>
      </p:sp>
    </p:spTree>
    <p:extLst>
      <p:ext uri="{BB962C8B-B14F-4D97-AF65-F5344CB8AC3E}">
        <p14:creationId xmlns:p14="http://schemas.microsoft.com/office/powerpoint/2010/main" val="32016433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BFA98218-B07B-409E-B338-E354B9484C33}" type="slidenum">
              <a:rPr lang="nl-NL" smtClean="0"/>
              <a:t>16</a:t>
            </a:fld>
            <a:endParaRPr lang="nl-NL"/>
          </a:p>
        </p:txBody>
      </p:sp>
    </p:spTree>
    <p:extLst>
      <p:ext uri="{BB962C8B-B14F-4D97-AF65-F5344CB8AC3E}">
        <p14:creationId xmlns:p14="http://schemas.microsoft.com/office/powerpoint/2010/main" val="41031472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jpeg"/><Relationship Id="rId1" Type="http://schemas.openxmlformats.org/officeDocument/2006/relationships/slideMaster" Target="../slideMasters/slideMaster2.xml"/><Relationship Id="rId4" Type="http://schemas.openxmlformats.org/officeDocument/2006/relationships/image" Target="../media/image7.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jpeg"/><Relationship Id="rId1" Type="http://schemas.openxmlformats.org/officeDocument/2006/relationships/slideMaster" Target="../slideMasters/slideMaster2.xml"/><Relationship Id="rId4" Type="http://schemas.openxmlformats.org/officeDocument/2006/relationships/image" Target="../media/image7.emf"/></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Master" Target="../slideMasters/slideMaster2.xml"/><Relationship Id="rId4" Type="http://schemas.openxmlformats.org/officeDocument/2006/relationships/image" Target="../media/image11.emf"/></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vl1pPr>
          </a:lstStyle>
          <a:p>
            <a:r>
              <a:rPr lang="nl-NL"/>
              <a:t>Klik om de stijl te bewerken</a:t>
            </a:r>
          </a:p>
        </p:txBody>
      </p:sp>
      <p:sp>
        <p:nvSpPr>
          <p:cNvPr id="3" name="Onderti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 om de ondertitelstijl van het model te bewerken</a:t>
            </a:r>
          </a:p>
        </p:txBody>
      </p:sp>
      <p:sp>
        <p:nvSpPr>
          <p:cNvPr id="4" name="Tijdelijke aanduiding voor datum 3"/>
          <p:cNvSpPr>
            <a:spLocks noGrp="1"/>
          </p:cNvSpPr>
          <p:nvPr>
            <p:ph type="dt" sz="half" idx="10"/>
          </p:nvPr>
        </p:nvSpPr>
        <p:spPr/>
        <p:txBody>
          <a:bodyPr/>
          <a:lstStyle/>
          <a:p>
            <a:fld id="{57FFCA0D-2711-480F-ADA0-3FCA85C78813}" type="datetimeFigureOut">
              <a:rPr lang="nl-NL" smtClean="0"/>
              <a:t>10-3-2026</a:t>
            </a:fld>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7151E913-7DDD-4E94-BBD3-FD8E34457B99}" type="slidenum">
              <a:rPr lang="nl-NL" smtClean="0"/>
              <a:t>‹#›</a:t>
            </a:fld>
            <a:endParaRPr lang="nl-NL"/>
          </a:p>
        </p:txBody>
      </p:sp>
    </p:spTree>
    <p:extLst>
      <p:ext uri="{BB962C8B-B14F-4D97-AF65-F5344CB8AC3E}">
        <p14:creationId xmlns:p14="http://schemas.microsoft.com/office/powerpoint/2010/main" val="3309272334"/>
      </p:ext>
    </p:extLst>
  </p:cSld>
  <p:clrMapOvr>
    <a:masterClrMapping/>
  </p:clrMapOvr>
  <mc:AlternateContent xmlns:mc="http://schemas.openxmlformats.org/markup-compatibility/2006" xmlns:p14="http://schemas.microsoft.com/office/powerpoint/2010/main">
    <mc:Choice Requires="p14">
      <p:transition spd="slow" p14:dur="2000" advClick="0" advTm="5492">
        <p:push dir="u"/>
      </p:transition>
    </mc:Choice>
    <mc:Fallback xmlns="">
      <p:transition spd="slow" advClick="0" advTm="5492">
        <p:push dir="u"/>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inhoud 2"/>
          <p:cNvSpPr>
            <a:spLocks noGrp="1"/>
          </p:cNvSpPr>
          <p:nvPr>
            <p:ph idx="1"/>
          </p:nvPr>
        </p:nvSpPr>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p:cNvSpPr>
            <a:spLocks noGrp="1"/>
          </p:cNvSpPr>
          <p:nvPr>
            <p:ph type="dt" sz="half" idx="10"/>
          </p:nvPr>
        </p:nvSpPr>
        <p:spPr/>
        <p:txBody>
          <a:bodyPr/>
          <a:lstStyle/>
          <a:p>
            <a:fld id="{57FFCA0D-2711-480F-ADA0-3FCA85C78813}" type="datetimeFigureOut">
              <a:rPr lang="nl-NL" smtClean="0"/>
              <a:t>10-3-2026</a:t>
            </a:fld>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7151E913-7DDD-4E94-BBD3-FD8E34457B99}" type="slidenum">
              <a:rPr lang="nl-NL" smtClean="0"/>
              <a:t>‹#›</a:t>
            </a:fld>
            <a:endParaRPr lang="nl-NL"/>
          </a:p>
        </p:txBody>
      </p:sp>
    </p:spTree>
    <p:extLst>
      <p:ext uri="{BB962C8B-B14F-4D97-AF65-F5344CB8AC3E}">
        <p14:creationId xmlns:p14="http://schemas.microsoft.com/office/powerpoint/2010/main" val="127638781"/>
      </p:ext>
    </p:extLst>
  </p:cSld>
  <p:clrMapOvr>
    <a:masterClrMapping/>
  </p:clrMapOvr>
  <mc:AlternateContent xmlns:mc="http://schemas.openxmlformats.org/markup-compatibility/2006" xmlns:p14="http://schemas.microsoft.com/office/powerpoint/2010/main">
    <mc:Choice Requires="p14">
      <p:transition spd="slow" p14:dur="2000" advClick="0" advTm="5492">
        <p:push dir="u"/>
      </p:transition>
    </mc:Choice>
    <mc:Fallback xmlns="">
      <p:transition spd="slow" advClick="0" advTm="5492">
        <p:push dir="u"/>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nl-NL"/>
              <a:t>Klik om de stijl te bewerken</a:t>
            </a:r>
          </a:p>
        </p:txBody>
      </p:sp>
      <p:sp>
        <p:nvSpPr>
          <p:cNvPr id="3" name="Tijdelijke aanduiding vo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Tekststijl van het model bewerken</a:t>
            </a:r>
          </a:p>
        </p:txBody>
      </p:sp>
      <p:sp>
        <p:nvSpPr>
          <p:cNvPr id="4" name="Tijdelijke aanduiding voor datum 3"/>
          <p:cNvSpPr>
            <a:spLocks noGrp="1"/>
          </p:cNvSpPr>
          <p:nvPr>
            <p:ph type="dt" sz="half" idx="10"/>
          </p:nvPr>
        </p:nvSpPr>
        <p:spPr/>
        <p:txBody>
          <a:bodyPr/>
          <a:lstStyle/>
          <a:p>
            <a:fld id="{57FFCA0D-2711-480F-ADA0-3FCA85C78813}" type="datetimeFigureOut">
              <a:rPr lang="nl-NL" smtClean="0"/>
              <a:t>10-3-2026</a:t>
            </a:fld>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7151E913-7DDD-4E94-BBD3-FD8E34457B99}" type="slidenum">
              <a:rPr lang="nl-NL" smtClean="0"/>
              <a:t>‹#›</a:t>
            </a:fld>
            <a:endParaRPr lang="nl-NL"/>
          </a:p>
        </p:txBody>
      </p:sp>
    </p:spTree>
    <p:extLst>
      <p:ext uri="{BB962C8B-B14F-4D97-AF65-F5344CB8AC3E}">
        <p14:creationId xmlns:p14="http://schemas.microsoft.com/office/powerpoint/2010/main" val="2601358974"/>
      </p:ext>
    </p:extLst>
  </p:cSld>
  <p:clrMapOvr>
    <a:masterClrMapping/>
  </p:clrMapOvr>
  <mc:AlternateContent xmlns:mc="http://schemas.openxmlformats.org/markup-compatibility/2006" xmlns:p14="http://schemas.microsoft.com/office/powerpoint/2010/main">
    <mc:Choice Requires="p14">
      <p:transition spd="slow" p14:dur="2000" advClick="0" advTm="5492">
        <p:push dir="u"/>
      </p:transition>
    </mc:Choice>
    <mc:Fallback xmlns="">
      <p:transition spd="slow" advClick="0" advTm="5492">
        <p:push dir="u"/>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inhoud 2"/>
          <p:cNvSpPr>
            <a:spLocks noGrp="1"/>
          </p:cNvSpPr>
          <p:nvPr>
            <p:ph sz="half" idx="1"/>
          </p:nvPr>
        </p:nvSpPr>
        <p:spPr>
          <a:xfrm>
            <a:off x="838200" y="1825625"/>
            <a:ext cx="5181600" cy="435133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p:cNvSpPr>
            <a:spLocks noGrp="1"/>
          </p:cNvSpPr>
          <p:nvPr>
            <p:ph sz="half" idx="2"/>
          </p:nvPr>
        </p:nvSpPr>
        <p:spPr>
          <a:xfrm>
            <a:off x="6172200" y="1825625"/>
            <a:ext cx="5181600" cy="435133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p:cNvSpPr>
            <a:spLocks noGrp="1"/>
          </p:cNvSpPr>
          <p:nvPr>
            <p:ph type="dt" sz="half" idx="10"/>
          </p:nvPr>
        </p:nvSpPr>
        <p:spPr/>
        <p:txBody>
          <a:bodyPr/>
          <a:lstStyle/>
          <a:p>
            <a:fld id="{57FFCA0D-2711-480F-ADA0-3FCA85C78813}" type="datetimeFigureOut">
              <a:rPr lang="nl-NL" smtClean="0"/>
              <a:t>10-3-2026</a:t>
            </a:fld>
            <a:endParaRPr lang="nl-NL"/>
          </a:p>
        </p:txBody>
      </p:sp>
      <p:sp>
        <p:nvSpPr>
          <p:cNvPr id="6" name="Tijdelijke aanduiding voor voettekst 5"/>
          <p:cNvSpPr>
            <a:spLocks noGrp="1"/>
          </p:cNvSpPr>
          <p:nvPr>
            <p:ph type="ftr" sz="quarter" idx="11"/>
          </p:nvPr>
        </p:nvSpPr>
        <p:spPr/>
        <p:txBody>
          <a:bodyPr/>
          <a:lstStyle/>
          <a:p>
            <a:endParaRPr lang="nl-NL"/>
          </a:p>
        </p:txBody>
      </p:sp>
      <p:sp>
        <p:nvSpPr>
          <p:cNvPr id="7" name="Tijdelijke aanduiding voor dianummer 6"/>
          <p:cNvSpPr>
            <a:spLocks noGrp="1"/>
          </p:cNvSpPr>
          <p:nvPr>
            <p:ph type="sldNum" sz="quarter" idx="12"/>
          </p:nvPr>
        </p:nvSpPr>
        <p:spPr/>
        <p:txBody>
          <a:bodyPr/>
          <a:lstStyle/>
          <a:p>
            <a:fld id="{7151E913-7DDD-4E94-BBD3-FD8E34457B99}" type="slidenum">
              <a:rPr lang="nl-NL" smtClean="0"/>
              <a:t>‹#›</a:t>
            </a:fld>
            <a:endParaRPr lang="nl-NL"/>
          </a:p>
        </p:txBody>
      </p:sp>
    </p:spTree>
    <p:extLst>
      <p:ext uri="{BB962C8B-B14F-4D97-AF65-F5344CB8AC3E}">
        <p14:creationId xmlns:p14="http://schemas.microsoft.com/office/powerpoint/2010/main" val="3306727295"/>
      </p:ext>
    </p:extLst>
  </p:cSld>
  <p:clrMapOvr>
    <a:masterClrMapping/>
  </p:clrMapOvr>
  <mc:AlternateContent xmlns:mc="http://schemas.openxmlformats.org/markup-compatibility/2006" xmlns:p14="http://schemas.microsoft.com/office/powerpoint/2010/main">
    <mc:Choice Requires="p14">
      <p:transition spd="slow" p14:dur="2000" advClick="0" advTm="5492">
        <p:push dir="u"/>
      </p:transition>
    </mc:Choice>
    <mc:Fallback xmlns="">
      <p:transition spd="slow" advClick="0" advTm="5492">
        <p:push dir="u"/>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nl-NL"/>
              <a:t>Klik om de stijl te bewerken</a:t>
            </a:r>
          </a:p>
        </p:txBody>
      </p:sp>
      <p:sp>
        <p:nvSpPr>
          <p:cNvPr id="3" name="Tijdelijke aanduiding vo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Tekststijl van het model bewerken</a:t>
            </a:r>
          </a:p>
        </p:txBody>
      </p:sp>
      <p:sp>
        <p:nvSpPr>
          <p:cNvPr id="4" name="Tijdelijke aanduiding voor inhoud 3"/>
          <p:cNvSpPr>
            <a:spLocks noGrp="1"/>
          </p:cNvSpPr>
          <p:nvPr>
            <p:ph sz="half" idx="2"/>
          </p:nvPr>
        </p:nvSpPr>
        <p:spPr>
          <a:xfrm>
            <a:off x="839788" y="2505075"/>
            <a:ext cx="5157787" cy="368458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Tekststijl van het model bewerken</a:t>
            </a:r>
          </a:p>
        </p:txBody>
      </p:sp>
      <p:sp>
        <p:nvSpPr>
          <p:cNvPr id="6" name="Tijdelijke aanduiding voor inhoud 5"/>
          <p:cNvSpPr>
            <a:spLocks noGrp="1"/>
          </p:cNvSpPr>
          <p:nvPr>
            <p:ph sz="quarter" idx="4"/>
          </p:nvPr>
        </p:nvSpPr>
        <p:spPr>
          <a:xfrm>
            <a:off x="6172200" y="2505075"/>
            <a:ext cx="5183188" cy="368458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datum 6"/>
          <p:cNvSpPr>
            <a:spLocks noGrp="1"/>
          </p:cNvSpPr>
          <p:nvPr>
            <p:ph type="dt" sz="half" idx="10"/>
          </p:nvPr>
        </p:nvSpPr>
        <p:spPr/>
        <p:txBody>
          <a:bodyPr/>
          <a:lstStyle/>
          <a:p>
            <a:fld id="{57FFCA0D-2711-480F-ADA0-3FCA85C78813}" type="datetimeFigureOut">
              <a:rPr lang="nl-NL" smtClean="0"/>
              <a:t>10-3-2026</a:t>
            </a:fld>
            <a:endParaRPr lang="nl-NL"/>
          </a:p>
        </p:txBody>
      </p:sp>
      <p:sp>
        <p:nvSpPr>
          <p:cNvPr id="8" name="Tijdelijke aanduiding voor voettekst 7"/>
          <p:cNvSpPr>
            <a:spLocks noGrp="1"/>
          </p:cNvSpPr>
          <p:nvPr>
            <p:ph type="ftr" sz="quarter" idx="11"/>
          </p:nvPr>
        </p:nvSpPr>
        <p:spPr/>
        <p:txBody>
          <a:bodyPr/>
          <a:lstStyle/>
          <a:p>
            <a:endParaRPr lang="nl-NL"/>
          </a:p>
        </p:txBody>
      </p:sp>
      <p:sp>
        <p:nvSpPr>
          <p:cNvPr id="9" name="Tijdelijke aanduiding voor dianummer 8"/>
          <p:cNvSpPr>
            <a:spLocks noGrp="1"/>
          </p:cNvSpPr>
          <p:nvPr>
            <p:ph type="sldNum" sz="quarter" idx="12"/>
          </p:nvPr>
        </p:nvSpPr>
        <p:spPr/>
        <p:txBody>
          <a:bodyPr/>
          <a:lstStyle/>
          <a:p>
            <a:fld id="{7151E913-7DDD-4E94-BBD3-FD8E34457B99}" type="slidenum">
              <a:rPr lang="nl-NL" smtClean="0"/>
              <a:t>‹#›</a:t>
            </a:fld>
            <a:endParaRPr lang="nl-NL"/>
          </a:p>
        </p:txBody>
      </p:sp>
    </p:spTree>
    <p:extLst>
      <p:ext uri="{BB962C8B-B14F-4D97-AF65-F5344CB8AC3E}">
        <p14:creationId xmlns:p14="http://schemas.microsoft.com/office/powerpoint/2010/main" val="3213013669"/>
      </p:ext>
    </p:extLst>
  </p:cSld>
  <p:clrMapOvr>
    <a:masterClrMapping/>
  </p:clrMapOvr>
  <mc:AlternateContent xmlns:mc="http://schemas.openxmlformats.org/markup-compatibility/2006" xmlns:p14="http://schemas.microsoft.com/office/powerpoint/2010/main">
    <mc:Choice Requires="p14">
      <p:transition spd="slow" p14:dur="2000" advClick="0" advTm="5492">
        <p:push dir="u"/>
      </p:transition>
    </mc:Choice>
    <mc:Fallback xmlns="">
      <p:transition spd="slow" advClick="0" advTm="5492">
        <p:push dir="u"/>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bg>
      <p:bgPr>
        <a:solidFill>
          <a:srgbClr val="663266"/>
        </a:solidFill>
        <a:effectLst/>
      </p:bgPr>
    </p:bg>
    <p:spTree>
      <p:nvGrpSpPr>
        <p:cNvPr id="1" name=""/>
        <p:cNvGrpSpPr/>
        <p:nvPr/>
      </p:nvGrpSpPr>
      <p:grpSpPr>
        <a:xfrm>
          <a:off x="0" y="0"/>
          <a:ext cx="0" cy="0"/>
          <a:chOff x="0" y="0"/>
          <a:chExt cx="0" cy="0"/>
        </a:xfrm>
      </p:grpSpPr>
      <p:pic>
        <p:nvPicPr>
          <p:cNvPr id="6" name="Afbeelding 5">
            <a:extLst>
              <a:ext uri="{FF2B5EF4-FFF2-40B4-BE49-F238E27FC236}">
                <a16:creationId xmlns:a16="http://schemas.microsoft.com/office/drawing/2014/main" id="{5600A693-C885-364F-9250-DE9BA64F0A1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
            <a:ext cx="12192001" cy="6858001"/>
          </a:xfrm>
          <a:prstGeom prst="rect">
            <a:avLst/>
          </a:prstGeom>
        </p:spPr>
      </p:pic>
      <p:pic>
        <p:nvPicPr>
          <p:cNvPr id="7" name="Afbeelding 6" descr="Afbeelding met tekst&#10;&#10;Automatisch gegenereerde beschrijving">
            <a:extLst>
              <a:ext uri="{FF2B5EF4-FFF2-40B4-BE49-F238E27FC236}">
                <a16:creationId xmlns:a16="http://schemas.microsoft.com/office/drawing/2014/main" id="{94121380-850F-C748-BAA7-BF4C371BFE4A}"/>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a:off x="-1" y="0"/>
            <a:ext cx="4620127" cy="6858000"/>
          </a:xfrm>
          <a:prstGeom prst="rect">
            <a:avLst/>
          </a:prstGeom>
        </p:spPr>
      </p:pic>
      <p:sp>
        <p:nvSpPr>
          <p:cNvPr id="2" name="Titel 1"/>
          <p:cNvSpPr>
            <a:spLocks noGrp="1"/>
          </p:cNvSpPr>
          <p:nvPr>
            <p:ph type="title" hasCustomPrompt="1"/>
          </p:nvPr>
        </p:nvSpPr>
        <p:spPr>
          <a:xfrm>
            <a:off x="2545976" y="2515393"/>
            <a:ext cx="8529918" cy="1325563"/>
          </a:xfrm>
          <a:solidFill>
            <a:schemeClr val="bg1"/>
          </a:solidFill>
        </p:spPr>
        <p:txBody>
          <a:bodyPr lIns="360000" rIns="360000">
            <a:normAutofit/>
          </a:bodyPr>
          <a:lstStyle>
            <a:lvl1pPr algn="ctr">
              <a:defRPr sz="4000" b="1">
                <a:solidFill>
                  <a:srgbClr val="663266"/>
                </a:solidFill>
                <a:latin typeface="Arial" panose="020B0604020202020204" pitchFamily="34" charset="0"/>
                <a:cs typeface="Arial" panose="020B0604020202020204" pitchFamily="34" charset="0"/>
              </a:defRPr>
            </a:lvl1pPr>
          </a:lstStyle>
          <a:p>
            <a:r>
              <a:rPr lang="nl-NL"/>
              <a:t>KLIK OM DE STIJL TE BEWERKEN</a:t>
            </a:r>
          </a:p>
        </p:txBody>
      </p:sp>
      <p:sp>
        <p:nvSpPr>
          <p:cNvPr id="3" name="Tijdelijke aanduiding voor datum 2"/>
          <p:cNvSpPr>
            <a:spLocks noGrp="1"/>
          </p:cNvSpPr>
          <p:nvPr>
            <p:ph type="dt" sz="half" idx="10"/>
          </p:nvPr>
        </p:nvSpPr>
        <p:spPr/>
        <p:txBody>
          <a:bodyPr/>
          <a:lstStyle/>
          <a:p>
            <a:fld id="{57FFCA0D-2711-480F-ADA0-3FCA85C78813}" type="datetimeFigureOut">
              <a:rPr lang="nl-NL" smtClean="0"/>
              <a:t>10-3-2026</a:t>
            </a:fld>
            <a:endParaRPr lang="nl-NL"/>
          </a:p>
        </p:txBody>
      </p:sp>
      <p:sp>
        <p:nvSpPr>
          <p:cNvPr id="4" name="Tijdelijke aanduiding voor voettekst 3"/>
          <p:cNvSpPr>
            <a:spLocks noGrp="1"/>
          </p:cNvSpPr>
          <p:nvPr>
            <p:ph type="ftr" sz="quarter" idx="11"/>
          </p:nvPr>
        </p:nvSpPr>
        <p:spPr/>
        <p:txBody>
          <a:bodyPr/>
          <a:lstStyle/>
          <a:p>
            <a:endParaRPr lang="nl-NL"/>
          </a:p>
        </p:txBody>
      </p:sp>
      <p:sp>
        <p:nvSpPr>
          <p:cNvPr id="5" name="Tijdelijke aanduiding voor dianummer 4"/>
          <p:cNvSpPr>
            <a:spLocks noGrp="1"/>
          </p:cNvSpPr>
          <p:nvPr>
            <p:ph type="sldNum" sz="quarter" idx="12"/>
          </p:nvPr>
        </p:nvSpPr>
        <p:spPr/>
        <p:txBody>
          <a:bodyPr/>
          <a:lstStyle/>
          <a:p>
            <a:fld id="{7151E913-7DDD-4E94-BBD3-FD8E34457B99}" type="slidenum">
              <a:rPr lang="nl-NL" smtClean="0"/>
              <a:t>‹#›</a:t>
            </a:fld>
            <a:endParaRPr lang="nl-NL"/>
          </a:p>
        </p:txBody>
      </p:sp>
      <p:pic>
        <p:nvPicPr>
          <p:cNvPr id="8" name="Afbeelding 7">
            <a:extLst>
              <a:ext uri="{FF2B5EF4-FFF2-40B4-BE49-F238E27FC236}">
                <a16:creationId xmlns:a16="http://schemas.microsoft.com/office/drawing/2014/main" id="{99000CAC-5FED-ED49-9386-766C48BB94FF}"/>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322847" y="5508207"/>
            <a:ext cx="1030705" cy="1030705"/>
          </a:xfrm>
          <a:prstGeom prst="rect">
            <a:avLst/>
          </a:prstGeom>
        </p:spPr>
      </p:pic>
    </p:spTree>
    <p:extLst>
      <p:ext uri="{BB962C8B-B14F-4D97-AF65-F5344CB8AC3E}">
        <p14:creationId xmlns:p14="http://schemas.microsoft.com/office/powerpoint/2010/main" val="1931802995"/>
      </p:ext>
    </p:extLst>
  </p:cSld>
  <p:clrMapOvr>
    <a:masterClrMapping/>
  </p:clrMapOvr>
  <mc:AlternateContent xmlns:mc="http://schemas.openxmlformats.org/markup-compatibility/2006" xmlns:p14="http://schemas.microsoft.com/office/powerpoint/2010/main">
    <mc:Choice Requires="p14">
      <p:transition spd="slow" p14:dur="2000" advClick="0" advTm="5492">
        <p:push dir="u"/>
      </p:transition>
    </mc:Choice>
    <mc:Fallback xmlns="">
      <p:transition spd="slow" advClick="0" advTm="5492">
        <p:push dir="u"/>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p:cNvSpPr>
            <a:spLocks noGrp="1"/>
          </p:cNvSpPr>
          <p:nvPr>
            <p:ph type="dt" sz="half" idx="10"/>
          </p:nvPr>
        </p:nvSpPr>
        <p:spPr/>
        <p:txBody>
          <a:bodyPr/>
          <a:lstStyle/>
          <a:p>
            <a:fld id="{57FFCA0D-2711-480F-ADA0-3FCA85C78813}" type="datetimeFigureOut">
              <a:rPr lang="nl-NL" smtClean="0"/>
              <a:t>10-3-2026</a:t>
            </a:fld>
            <a:endParaRPr lang="nl-NL"/>
          </a:p>
        </p:txBody>
      </p:sp>
      <p:sp>
        <p:nvSpPr>
          <p:cNvPr id="3" name="Tijdelijke aanduiding voor voettekst 2"/>
          <p:cNvSpPr>
            <a:spLocks noGrp="1"/>
          </p:cNvSpPr>
          <p:nvPr>
            <p:ph type="ftr" sz="quarter" idx="11"/>
          </p:nvPr>
        </p:nvSpPr>
        <p:spPr/>
        <p:txBody>
          <a:bodyPr/>
          <a:lstStyle/>
          <a:p>
            <a:endParaRPr lang="nl-NL"/>
          </a:p>
        </p:txBody>
      </p:sp>
      <p:sp>
        <p:nvSpPr>
          <p:cNvPr id="4" name="Tijdelijke aanduiding voor dianummer 3"/>
          <p:cNvSpPr>
            <a:spLocks noGrp="1"/>
          </p:cNvSpPr>
          <p:nvPr>
            <p:ph type="sldNum" sz="quarter" idx="12"/>
          </p:nvPr>
        </p:nvSpPr>
        <p:spPr/>
        <p:txBody>
          <a:bodyPr/>
          <a:lstStyle/>
          <a:p>
            <a:fld id="{7151E913-7DDD-4E94-BBD3-FD8E34457B99}" type="slidenum">
              <a:rPr lang="nl-NL" smtClean="0"/>
              <a:t>‹#›</a:t>
            </a:fld>
            <a:endParaRPr lang="nl-NL"/>
          </a:p>
        </p:txBody>
      </p:sp>
    </p:spTree>
    <p:extLst>
      <p:ext uri="{BB962C8B-B14F-4D97-AF65-F5344CB8AC3E}">
        <p14:creationId xmlns:p14="http://schemas.microsoft.com/office/powerpoint/2010/main" val="3457395855"/>
      </p:ext>
    </p:extLst>
  </p:cSld>
  <p:clrMapOvr>
    <a:masterClrMapping/>
  </p:clrMapOvr>
  <mc:AlternateContent xmlns:mc="http://schemas.openxmlformats.org/markup-compatibility/2006" xmlns:p14="http://schemas.microsoft.com/office/powerpoint/2010/main">
    <mc:Choice Requires="p14">
      <p:transition spd="slow" p14:dur="2000" advClick="0" advTm="5492">
        <p:push dir="u"/>
      </p:transition>
    </mc:Choice>
    <mc:Fallback xmlns="">
      <p:transition spd="slow" advClick="0" advTm="5492">
        <p:push dir="u"/>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nl-NL"/>
              <a:t>Klik om de stijl te bewerken</a:t>
            </a:r>
          </a:p>
        </p:txBody>
      </p:sp>
      <p:sp>
        <p:nvSpPr>
          <p:cNvPr id="3" name="Tijdelijke aanduiding voor inhou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Tekststijl van het model bewerken</a:t>
            </a:r>
          </a:p>
        </p:txBody>
      </p:sp>
      <p:sp>
        <p:nvSpPr>
          <p:cNvPr id="5" name="Tijdelijke aanduiding voor datum 4"/>
          <p:cNvSpPr>
            <a:spLocks noGrp="1"/>
          </p:cNvSpPr>
          <p:nvPr>
            <p:ph type="dt" sz="half" idx="10"/>
          </p:nvPr>
        </p:nvSpPr>
        <p:spPr/>
        <p:txBody>
          <a:bodyPr/>
          <a:lstStyle/>
          <a:p>
            <a:fld id="{57FFCA0D-2711-480F-ADA0-3FCA85C78813}" type="datetimeFigureOut">
              <a:rPr lang="nl-NL" smtClean="0"/>
              <a:t>10-3-2026</a:t>
            </a:fld>
            <a:endParaRPr lang="nl-NL"/>
          </a:p>
        </p:txBody>
      </p:sp>
      <p:sp>
        <p:nvSpPr>
          <p:cNvPr id="6" name="Tijdelijke aanduiding voor voettekst 5"/>
          <p:cNvSpPr>
            <a:spLocks noGrp="1"/>
          </p:cNvSpPr>
          <p:nvPr>
            <p:ph type="ftr" sz="quarter" idx="11"/>
          </p:nvPr>
        </p:nvSpPr>
        <p:spPr/>
        <p:txBody>
          <a:bodyPr/>
          <a:lstStyle/>
          <a:p>
            <a:endParaRPr lang="nl-NL"/>
          </a:p>
        </p:txBody>
      </p:sp>
      <p:sp>
        <p:nvSpPr>
          <p:cNvPr id="7" name="Tijdelijke aanduiding voor dianummer 6"/>
          <p:cNvSpPr>
            <a:spLocks noGrp="1"/>
          </p:cNvSpPr>
          <p:nvPr>
            <p:ph type="sldNum" sz="quarter" idx="12"/>
          </p:nvPr>
        </p:nvSpPr>
        <p:spPr/>
        <p:txBody>
          <a:bodyPr/>
          <a:lstStyle/>
          <a:p>
            <a:fld id="{7151E913-7DDD-4E94-BBD3-FD8E34457B99}" type="slidenum">
              <a:rPr lang="nl-NL" smtClean="0"/>
              <a:t>‹#›</a:t>
            </a:fld>
            <a:endParaRPr lang="nl-NL"/>
          </a:p>
        </p:txBody>
      </p:sp>
    </p:spTree>
    <p:extLst>
      <p:ext uri="{BB962C8B-B14F-4D97-AF65-F5344CB8AC3E}">
        <p14:creationId xmlns:p14="http://schemas.microsoft.com/office/powerpoint/2010/main" val="3251841069"/>
      </p:ext>
    </p:extLst>
  </p:cSld>
  <p:clrMapOvr>
    <a:masterClrMapping/>
  </p:clrMapOvr>
  <mc:AlternateContent xmlns:mc="http://schemas.openxmlformats.org/markup-compatibility/2006" xmlns:p14="http://schemas.microsoft.com/office/powerpoint/2010/main">
    <mc:Choice Requires="p14">
      <p:transition spd="slow" p14:dur="2000" advClick="0" advTm="5492">
        <p:push dir="u"/>
      </p:transition>
    </mc:Choice>
    <mc:Fallback xmlns="">
      <p:transition spd="slow" advClick="0" advTm="5492">
        <p:push dir="u"/>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nl-NL"/>
              <a:t>Klik om de stijl te bewerken</a:t>
            </a:r>
          </a:p>
        </p:txBody>
      </p:sp>
      <p:sp>
        <p:nvSpPr>
          <p:cNvPr id="3" name="Tijdelijke aanduiding voor afbeelding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ijdelijke aanduiding vo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Tekststijl van het model bewerken</a:t>
            </a:r>
          </a:p>
        </p:txBody>
      </p:sp>
      <p:sp>
        <p:nvSpPr>
          <p:cNvPr id="5" name="Tijdelijke aanduiding voor datum 4"/>
          <p:cNvSpPr>
            <a:spLocks noGrp="1"/>
          </p:cNvSpPr>
          <p:nvPr>
            <p:ph type="dt" sz="half" idx="10"/>
          </p:nvPr>
        </p:nvSpPr>
        <p:spPr/>
        <p:txBody>
          <a:bodyPr/>
          <a:lstStyle/>
          <a:p>
            <a:fld id="{57FFCA0D-2711-480F-ADA0-3FCA85C78813}" type="datetimeFigureOut">
              <a:rPr lang="nl-NL" smtClean="0"/>
              <a:t>10-3-2026</a:t>
            </a:fld>
            <a:endParaRPr lang="nl-NL"/>
          </a:p>
        </p:txBody>
      </p:sp>
      <p:sp>
        <p:nvSpPr>
          <p:cNvPr id="6" name="Tijdelijke aanduiding voor voettekst 5"/>
          <p:cNvSpPr>
            <a:spLocks noGrp="1"/>
          </p:cNvSpPr>
          <p:nvPr>
            <p:ph type="ftr" sz="quarter" idx="11"/>
          </p:nvPr>
        </p:nvSpPr>
        <p:spPr/>
        <p:txBody>
          <a:bodyPr/>
          <a:lstStyle/>
          <a:p>
            <a:endParaRPr lang="nl-NL"/>
          </a:p>
        </p:txBody>
      </p:sp>
      <p:sp>
        <p:nvSpPr>
          <p:cNvPr id="7" name="Tijdelijke aanduiding voor dianummer 6"/>
          <p:cNvSpPr>
            <a:spLocks noGrp="1"/>
          </p:cNvSpPr>
          <p:nvPr>
            <p:ph type="sldNum" sz="quarter" idx="12"/>
          </p:nvPr>
        </p:nvSpPr>
        <p:spPr/>
        <p:txBody>
          <a:bodyPr/>
          <a:lstStyle/>
          <a:p>
            <a:fld id="{7151E913-7DDD-4E94-BBD3-FD8E34457B99}" type="slidenum">
              <a:rPr lang="nl-NL" smtClean="0"/>
              <a:t>‹#›</a:t>
            </a:fld>
            <a:endParaRPr lang="nl-NL"/>
          </a:p>
        </p:txBody>
      </p:sp>
    </p:spTree>
    <p:extLst>
      <p:ext uri="{BB962C8B-B14F-4D97-AF65-F5344CB8AC3E}">
        <p14:creationId xmlns:p14="http://schemas.microsoft.com/office/powerpoint/2010/main" val="2877619303"/>
      </p:ext>
    </p:extLst>
  </p:cSld>
  <p:clrMapOvr>
    <a:masterClrMapping/>
  </p:clrMapOvr>
  <mc:AlternateContent xmlns:mc="http://schemas.openxmlformats.org/markup-compatibility/2006" xmlns:p14="http://schemas.microsoft.com/office/powerpoint/2010/main">
    <mc:Choice Requires="p14">
      <p:transition spd="slow" p14:dur="2000" advClick="0" advTm="5492">
        <p:push dir="u"/>
      </p:transition>
    </mc:Choice>
    <mc:Fallback xmlns="">
      <p:transition spd="slow" advClick="0" advTm="5492">
        <p:push dir="u"/>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verticale tekst 2"/>
          <p:cNvSpPr>
            <a:spLocks noGrp="1"/>
          </p:cNvSpPr>
          <p:nvPr>
            <p:ph type="body" orient="vert" idx="1"/>
          </p:nvPr>
        </p:nvSpPr>
        <p:spPr/>
        <p:txBody>
          <a:bodyPr vert="eaVert"/>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p:cNvSpPr>
            <a:spLocks noGrp="1"/>
          </p:cNvSpPr>
          <p:nvPr>
            <p:ph type="dt" sz="half" idx="10"/>
          </p:nvPr>
        </p:nvSpPr>
        <p:spPr/>
        <p:txBody>
          <a:bodyPr/>
          <a:lstStyle/>
          <a:p>
            <a:fld id="{57FFCA0D-2711-480F-ADA0-3FCA85C78813}" type="datetimeFigureOut">
              <a:rPr lang="nl-NL" smtClean="0"/>
              <a:t>10-3-2026</a:t>
            </a:fld>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7151E913-7DDD-4E94-BBD3-FD8E34457B99}" type="slidenum">
              <a:rPr lang="nl-NL" smtClean="0"/>
              <a:t>‹#›</a:t>
            </a:fld>
            <a:endParaRPr lang="nl-NL"/>
          </a:p>
        </p:txBody>
      </p:sp>
    </p:spTree>
    <p:extLst>
      <p:ext uri="{BB962C8B-B14F-4D97-AF65-F5344CB8AC3E}">
        <p14:creationId xmlns:p14="http://schemas.microsoft.com/office/powerpoint/2010/main" val="3417935568"/>
      </p:ext>
    </p:extLst>
  </p:cSld>
  <p:clrMapOvr>
    <a:masterClrMapping/>
  </p:clrMapOvr>
  <mc:AlternateContent xmlns:mc="http://schemas.openxmlformats.org/markup-compatibility/2006" xmlns:p14="http://schemas.microsoft.com/office/powerpoint/2010/main">
    <mc:Choice Requires="p14">
      <p:transition spd="slow" p14:dur="2000" advClick="0" advTm="5492">
        <p:push dir="u"/>
      </p:transition>
    </mc:Choice>
    <mc:Fallback xmlns="">
      <p:transition spd="slow" advClick="0" advTm="5492">
        <p:push dir="u"/>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8724900" y="365125"/>
            <a:ext cx="2628900" cy="5811838"/>
          </a:xfrm>
        </p:spPr>
        <p:txBody>
          <a:bodyPr vert="eaVert"/>
          <a:lstStyle/>
          <a:p>
            <a:r>
              <a:rPr lang="nl-NL"/>
              <a:t>Klik om de stijl te bewerken</a:t>
            </a:r>
          </a:p>
        </p:txBody>
      </p:sp>
      <p:sp>
        <p:nvSpPr>
          <p:cNvPr id="3" name="Tijdelijke aanduiding voor verticale tekst 2"/>
          <p:cNvSpPr>
            <a:spLocks noGrp="1"/>
          </p:cNvSpPr>
          <p:nvPr>
            <p:ph type="body" orient="vert" idx="1"/>
          </p:nvPr>
        </p:nvSpPr>
        <p:spPr>
          <a:xfrm>
            <a:off x="838200" y="365125"/>
            <a:ext cx="7734300" cy="5811838"/>
          </a:xfrm>
        </p:spPr>
        <p:txBody>
          <a:bodyPr vert="eaVert"/>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p:cNvSpPr>
            <a:spLocks noGrp="1"/>
          </p:cNvSpPr>
          <p:nvPr>
            <p:ph type="dt" sz="half" idx="10"/>
          </p:nvPr>
        </p:nvSpPr>
        <p:spPr/>
        <p:txBody>
          <a:bodyPr/>
          <a:lstStyle/>
          <a:p>
            <a:fld id="{57FFCA0D-2711-480F-ADA0-3FCA85C78813}" type="datetimeFigureOut">
              <a:rPr lang="nl-NL" smtClean="0"/>
              <a:t>10-3-2026</a:t>
            </a:fld>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7151E913-7DDD-4E94-BBD3-FD8E34457B99}" type="slidenum">
              <a:rPr lang="nl-NL" smtClean="0"/>
              <a:t>‹#›</a:t>
            </a:fld>
            <a:endParaRPr lang="nl-NL"/>
          </a:p>
        </p:txBody>
      </p:sp>
    </p:spTree>
    <p:extLst>
      <p:ext uri="{BB962C8B-B14F-4D97-AF65-F5344CB8AC3E}">
        <p14:creationId xmlns:p14="http://schemas.microsoft.com/office/powerpoint/2010/main" val="1689420933"/>
      </p:ext>
    </p:extLst>
  </p:cSld>
  <p:clrMapOvr>
    <a:masterClrMapping/>
  </p:clrMapOvr>
  <mc:AlternateContent xmlns:mc="http://schemas.openxmlformats.org/markup-compatibility/2006" xmlns:p14="http://schemas.microsoft.com/office/powerpoint/2010/main">
    <mc:Choice Requires="p14">
      <p:transition spd="slow" p14:dur="2000" advClick="0" advTm="5492">
        <p:push dir="u"/>
      </p:transition>
    </mc:Choice>
    <mc:Fallback xmlns="">
      <p:transition spd="slow" advClick="0" advTm="5492">
        <p:push dir="u"/>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page-1">
    <p:spTree>
      <p:nvGrpSpPr>
        <p:cNvPr id="1" name=""/>
        <p:cNvGrpSpPr/>
        <p:nvPr/>
      </p:nvGrpSpPr>
      <p:grpSpPr>
        <a:xfrm>
          <a:off x="0" y="0"/>
          <a:ext cx="0" cy="0"/>
          <a:chOff x="0" y="0"/>
          <a:chExt cx="0" cy="0"/>
        </a:xfrm>
      </p:grpSpPr>
      <p:pic>
        <p:nvPicPr>
          <p:cNvPr id="9" name="Afbeelding 8">
            <a:extLst>
              <a:ext uri="{FF2B5EF4-FFF2-40B4-BE49-F238E27FC236}">
                <a16:creationId xmlns:a16="http://schemas.microsoft.com/office/drawing/2014/main" id="{60F246EA-2CA6-A949-8C74-EFA4609F5646}"/>
              </a:ext>
            </a:extLst>
          </p:cNvPr>
          <p:cNvPicPr>
            <a:picLocks noChangeAspect="1"/>
          </p:cNvPicPr>
          <p:nvPr userDrawn="1"/>
        </p:nvPicPr>
        <p:blipFill>
          <a:blip r:embed="rId2"/>
          <a:srcRect/>
          <a:stretch/>
        </p:blipFill>
        <p:spPr>
          <a:xfrm>
            <a:off x="0" y="0"/>
            <a:ext cx="12192000" cy="6858000"/>
          </a:xfrm>
          <a:prstGeom prst="rect">
            <a:avLst/>
          </a:prstGeom>
          <a:ln>
            <a:noFill/>
          </a:ln>
        </p:spPr>
      </p:pic>
      <p:sp>
        <p:nvSpPr>
          <p:cNvPr id="7" name="Titel 1">
            <a:extLst>
              <a:ext uri="{FF2B5EF4-FFF2-40B4-BE49-F238E27FC236}">
                <a16:creationId xmlns:a16="http://schemas.microsoft.com/office/drawing/2014/main" id="{84548843-C499-E245-95D4-C33008F15DE1}"/>
              </a:ext>
            </a:extLst>
          </p:cNvPr>
          <p:cNvSpPr>
            <a:spLocks noGrp="1"/>
          </p:cNvSpPr>
          <p:nvPr>
            <p:ph type="title" hasCustomPrompt="1"/>
          </p:nvPr>
        </p:nvSpPr>
        <p:spPr>
          <a:xfrm>
            <a:off x="283200" y="1867200"/>
            <a:ext cx="11630400" cy="1143000"/>
          </a:xfrm>
          <a:prstGeom prst="rect">
            <a:avLst/>
          </a:prstGeom>
        </p:spPr>
        <p:txBody>
          <a:bodyPr/>
          <a:lstStyle>
            <a:lvl1pPr>
              <a:defRPr cap="all" baseline="0">
                <a:solidFill>
                  <a:schemeClr val="bg1">
                    <a:alpha val="94000"/>
                  </a:schemeClr>
                </a:solidFill>
              </a:defRPr>
            </a:lvl1pPr>
          </a:lstStyle>
          <a:p>
            <a:r>
              <a:rPr lang="en-GB" noProof="0"/>
              <a:t>TITLE OF PRESENTATION</a:t>
            </a:r>
          </a:p>
        </p:txBody>
      </p:sp>
      <p:sp>
        <p:nvSpPr>
          <p:cNvPr id="14" name="Tijdelijke aanduiding voor inhoud 1">
            <a:extLst>
              <a:ext uri="{FF2B5EF4-FFF2-40B4-BE49-F238E27FC236}">
                <a16:creationId xmlns:a16="http://schemas.microsoft.com/office/drawing/2014/main" id="{95FDD6F5-0480-CA47-B912-1C37A36ACC22}"/>
              </a:ext>
            </a:extLst>
          </p:cNvPr>
          <p:cNvSpPr>
            <a:spLocks noGrp="1"/>
          </p:cNvSpPr>
          <p:nvPr>
            <p:ph idx="1" hasCustomPrompt="1"/>
          </p:nvPr>
        </p:nvSpPr>
        <p:spPr>
          <a:xfrm>
            <a:off x="283201" y="3108960"/>
            <a:ext cx="11630399" cy="2324017"/>
          </a:xfrm>
        </p:spPr>
        <p:txBody>
          <a:bodyPr/>
          <a:lstStyle>
            <a:lvl1pPr>
              <a:buFontTx/>
              <a:buNone/>
              <a:defRPr sz="2400" baseline="0">
                <a:solidFill>
                  <a:schemeClr val="bg1"/>
                </a:solidFill>
                <a:latin typeface="Arial" panose="020B0604020202020204" pitchFamily="34" charset="0"/>
              </a:defRPr>
            </a:lvl1pPr>
          </a:lstStyle>
          <a:p>
            <a:r>
              <a:rPr lang="en-GB" noProof="0"/>
              <a:t>Click to add text</a:t>
            </a:r>
          </a:p>
        </p:txBody>
      </p:sp>
      <p:pic>
        <p:nvPicPr>
          <p:cNvPr id="6" name="Afbeelding 5">
            <a:extLst>
              <a:ext uri="{FF2B5EF4-FFF2-40B4-BE49-F238E27FC236}">
                <a16:creationId xmlns:a16="http://schemas.microsoft.com/office/drawing/2014/main" id="{AC0CDD49-0FD6-854E-89FF-F346A5A3E36B}"/>
              </a:ext>
            </a:extLst>
          </p:cNvPr>
          <p:cNvPicPr>
            <a:picLocks noChangeAspect="1"/>
          </p:cNvPicPr>
          <p:nvPr userDrawn="1"/>
        </p:nvPicPr>
        <p:blipFill>
          <a:blip r:embed="rId3"/>
          <a:srcRect/>
          <a:stretch/>
        </p:blipFill>
        <p:spPr>
          <a:xfrm>
            <a:off x="254400" y="254467"/>
            <a:ext cx="897467" cy="897467"/>
          </a:xfrm>
          <a:prstGeom prst="rect">
            <a:avLst/>
          </a:prstGeom>
        </p:spPr>
      </p:pic>
      <p:pic>
        <p:nvPicPr>
          <p:cNvPr id="10" name="Afbeelding 9">
            <a:extLst>
              <a:ext uri="{FF2B5EF4-FFF2-40B4-BE49-F238E27FC236}">
                <a16:creationId xmlns:a16="http://schemas.microsoft.com/office/drawing/2014/main" id="{9ED23263-E76C-E54E-98ED-25AF9146A9BD}"/>
              </a:ext>
            </a:extLst>
          </p:cNvPr>
          <p:cNvPicPr>
            <a:picLocks noChangeAspect="1"/>
          </p:cNvPicPr>
          <p:nvPr userDrawn="1"/>
        </p:nvPicPr>
        <p:blipFill>
          <a:blip r:embed="rId4"/>
          <a:srcRect/>
          <a:stretch/>
        </p:blipFill>
        <p:spPr>
          <a:xfrm>
            <a:off x="1152001" y="206401"/>
            <a:ext cx="1443567" cy="901700"/>
          </a:xfrm>
          <a:prstGeom prst="rect">
            <a:avLst/>
          </a:prstGeom>
        </p:spPr>
      </p:pic>
    </p:spTree>
    <p:extLst>
      <p:ext uri="{BB962C8B-B14F-4D97-AF65-F5344CB8AC3E}">
        <p14:creationId xmlns:p14="http://schemas.microsoft.com/office/powerpoint/2010/main" val="17754471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page-2">
    <p:spTree>
      <p:nvGrpSpPr>
        <p:cNvPr id="1" name=""/>
        <p:cNvGrpSpPr/>
        <p:nvPr/>
      </p:nvGrpSpPr>
      <p:grpSpPr>
        <a:xfrm>
          <a:off x="0" y="0"/>
          <a:ext cx="0" cy="0"/>
          <a:chOff x="0" y="0"/>
          <a:chExt cx="0" cy="0"/>
        </a:xfrm>
      </p:grpSpPr>
      <p:pic>
        <p:nvPicPr>
          <p:cNvPr id="8" name="Afbeelding 7">
            <a:extLst>
              <a:ext uri="{FF2B5EF4-FFF2-40B4-BE49-F238E27FC236}">
                <a16:creationId xmlns:a16="http://schemas.microsoft.com/office/drawing/2014/main" id="{A8308C1A-2923-C64E-B68B-9EEA862187A2}"/>
              </a:ext>
            </a:extLst>
          </p:cNvPr>
          <p:cNvPicPr>
            <a:picLocks noChangeAspect="1"/>
          </p:cNvPicPr>
          <p:nvPr userDrawn="1"/>
        </p:nvPicPr>
        <p:blipFill>
          <a:blip r:embed="rId2"/>
          <a:srcRect/>
          <a:stretch/>
        </p:blipFill>
        <p:spPr>
          <a:xfrm>
            <a:off x="0" y="0"/>
            <a:ext cx="12192000" cy="6858000"/>
          </a:xfrm>
          <a:prstGeom prst="rect">
            <a:avLst/>
          </a:prstGeom>
        </p:spPr>
      </p:pic>
      <p:sp>
        <p:nvSpPr>
          <p:cNvPr id="7" name="Titel 1">
            <a:extLst>
              <a:ext uri="{FF2B5EF4-FFF2-40B4-BE49-F238E27FC236}">
                <a16:creationId xmlns:a16="http://schemas.microsoft.com/office/drawing/2014/main" id="{651403BA-E744-2547-B84E-67A9F03F502F}"/>
              </a:ext>
            </a:extLst>
          </p:cNvPr>
          <p:cNvSpPr>
            <a:spLocks noGrp="1"/>
          </p:cNvSpPr>
          <p:nvPr>
            <p:ph type="title" hasCustomPrompt="1"/>
          </p:nvPr>
        </p:nvSpPr>
        <p:spPr>
          <a:xfrm>
            <a:off x="283200" y="1867200"/>
            <a:ext cx="11630400" cy="1143000"/>
          </a:xfrm>
          <a:prstGeom prst="rect">
            <a:avLst/>
          </a:prstGeom>
        </p:spPr>
        <p:txBody>
          <a:bodyPr/>
          <a:lstStyle>
            <a:lvl1pPr>
              <a:defRPr cap="all" baseline="0">
                <a:solidFill>
                  <a:schemeClr val="bg1">
                    <a:alpha val="94000"/>
                  </a:schemeClr>
                </a:solidFill>
              </a:defRPr>
            </a:lvl1pPr>
          </a:lstStyle>
          <a:p>
            <a:r>
              <a:rPr lang="en-GB" noProof="0"/>
              <a:t>TITLE OF PRESENTATION</a:t>
            </a:r>
          </a:p>
        </p:txBody>
      </p:sp>
      <p:pic>
        <p:nvPicPr>
          <p:cNvPr id="11" name="Afbeelding 10">
            <a:extLst>
              <a:ext uri="{FF2B5EF4-FFF2-40B4-BE49-F238E27FC236}">
                <a16:creationId xmlns:a16="http://schemas.microsoft.com/office/drawing/2014/main" id="{B4035707-CD2A-8545-AD86-35C72830E857}"/>
              </a:ext>
            </a:extLst>
          </p:cNvPr>
          <p:cNvPicPr>
            <a:picLocks noChangeAspect="1"/>
          </p:cNvPicPr>
          <p:nvPr userDrawn="1"/>
        </p:nvPicPr>
        <p:blipFill>
          <a:blip r:embed="rId3"/>
          <a:srcRect/>
          <a:stretch/>
        </p:blipFill>
        <p:spPr>
          <a:xfrm>
            <a:off x="254400" y="254467"/>
            <a:ext cx="897467" cy="897467"/>
          </a:xfrm>
          <a:prstGeom prst="rect">
            <a:avLst/>
          </a:prstGeom>
        </p:spPr>
      </p:pic>
      <p:pic>
        <p:nvPicPr>
          <p:cNvPr id="13" name="Afbeelding 12">
            <a:extLst>
              <a:ext uri="{FF2B5EF4-FFF2-40B4-BE49-F238E27FC236}">
                <a16:creationId xmlns:a16="http://schemas.microsoft.com/office/drawing/2014/main" id="{F62A3FF3-9AB5-3943-B136-EB5007879CAE}"/>
              </a:ext>
            </a:extLst>
          </p:cNvPr>
          <p:cNvPicPr>
            <a:picLocks noChangeAspect="1"/>
          </p:cNvPicPr>
          <p:nvPr userDrawn="1"/>
        </p:nvPicPr>
        <p:blipFill>
          <a:blip r:embed="rId4"/>
          <a:srcRect/>
          <a:stretch/>
        </p:blipFill>
        <p:spPr>
          <a:xfrm>
            <a:off x="1152001" y="206401"/>
            <a:ext cx="1443567" cy="901700"/>
          </a:xfrm>
          <a:prstGeom prst="rect">
            <a:avLst/>
          </a:prstGeom>
        </p:spPr>
      </p:pic>
    </p:spTree>
    <p:extLst>
      <p:ext uri="{BB962C8B-B14F-4D97-AF65-F5344CB8AC3E}">
        <p14:creationId xmlns:p14="http://schemas.microsoft.com/office/powerpoint/2010/main" val="10833705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ver-Sheet-picture">
    <p:spTree>
      <p:nvGrpSpPr>
        <p:cNvPr id="1" name=""/>
        <p:cNvGrpSpPr/>
        <p:nvPr/>
      </p:nvGrpSpPr>
      <p:grpSpPr>
        <a:xfrm>
          <a:off x="0" y="0"/>
          <a:ext cx="0" cy="0"/>
          <a:chOff x="0" y="0"/>
          <a:chExt cx="0" cy="0"/>
        </a:xfrm>
      </p:grpSpPr>
      <p:pic>
        <p:nvPicPr>
          <p:cNvPr id="5" name="Afbeelding 4">
            <a:extLst>
              <a:ext uri="{FF2B5EF4-FFF2-40B4-BE49-F238E27FC236}">
                <a16:creationId xmlns:a16="http://schemas.microsoft.com/office/drawing/2014/main" id="{96776A1B-8BE3-374E-8847-A3810285CD81}"/>
              </a:ext>
            </a:extLst>
          </p:cNvPr>
          <p:cNvPicPr>
            <a:picLocks noChangeAspect="1"/>
          </p:cNvPicPr>
          <p:nvPr userDrawn="1"/>
        </p:nvPicPr>
        <p:blipFill>
          <a:blip r:embed="rId2"/>
          <a:srcRect/>
          <a:stretch/>
        </p:blipFill>
        <p:spPr>
          <a:xfrm>
            <a:off x="2" y="0"/>
            <a:ext cx="12191997" cy="6857997"/>
          </a:xfrm>
          <a:prstGeom prst="rect">
            <a:avLst/>
          </a:prstGeom>
        </p:spPr>
      </p:pic>
      <p:sp>
        <p:nvSpPr>
          <p:cNvPr id="4" name="Tijdelijke aanduiding voor afbeelding 4">
            <a:extLst>
              <a:ext uri="{FF2B5EF4-FFF2-40B4-BE49-F238E27FC236}">
                <a16:creationId xmlns:a16="http://schemas.microsoft.com/office/drawing/2014/main" id="{8AEE0225-7956-3A4F-8287-786BC27D76DD}"/>
              </a:ext>
            </a:extLst>
          </p:cNvPr>
          <p:cNvSpPr>
            <a:spLocks noGrp="1"/>
          </p:cNvSpPr>
          <p:nvPr>
            <p:ph type="pic" sz="quarter" idx="10" hasCustomPrompt="1"/>
          </p:nvPr>
        </p:nvSpPr>
        <p:spPr>
          <a:xfrm>
            <a:off x="0" y="1401600"/>
            <a:ext cx="12192000" cy="5476800"/>
          </a:xfrm>
          <a:blipFill>
            <a:blip r:embed="rId3"/>
            <a:stretch>
              <a:fillRect/>
            </a:stretch>
          </a:blipFill>
        </p:spPr>
        <p:txBody>
          <a:bodyPr tIns="1188000" anchor="t" anchorCtr="0"/>
          <a:lstStyle>
            <a:lvl1pPr algn="ctr">
              <a:buNone/>
              <a:defRPr>
                <a:solidFill>
                  <a:srgbClr val="663366"/>
                </a:solidFill>
              </a:defRPr>
            </a:lvl1pPr>
          </a:lstStyle>
          <a:p>
            <a:r>
              <a:rPr lang="en-GB" noProof="0"/>
              <a:t>Make your own Cover Sheet: click on the icon below and add you own picture</a:t>
            </a:r>
          </a:p>
        </p:txBody>
      </p:sp>
      <p:pic>
        <p:nvPicPr>
          <p:cNvPr id="7" name="Afbeelding 6">
            <a:extLst>
              <a:ext uri="{FF2B5EF4-FFF2-40B4-BE49-F238E27FC236}">
                <a16:creationId xmlns:a16="http://schemas.microsoft.com/office/drawing/2014/main" id="{484D0319-E68C-0346-9761-783130EF38E3}"/>
              </a:ext>
            </a:extLst>
          </p:cNvPr>
          <p:cNvPicPr>
            <a:picLocks noChangeAspect="1"/>
          </p:cNvPicPr>
          <p:nvPr userDrawn="1"/>
        </p:nvPicPr>
        <p:blipFill>
          <a:blip r:embed="rId4"/>
          <a:srcRect/>
          <a:stretch/>
        </p:blipFill>
        <p:spPr>
          <a:xfrm>
            <a:off x="1150703" y="211201"/>
            <a:ext cx="1443567" cy="901700"/>
          </a:xfrm>
          <a:prstGeom prst="rect">
            <a:avLst/>
          </a:prstGeom>
        </p:spPr>
      </p:pic>
    </p:spTree>
    <p:extLst>
      <p:ext uri="{BB962C8B-B14F-4D97-AF65-F5344CB8AC3E}">
        <p14:creationId xmlns:p14="http://schemas.microsoft.com/office/powerpoint/2010/main" val="15621573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ver-Sheet-text-1">
    <p:spTree>
      <p:nvGrpSpPr>
        <p:cNvPr id="1" name=""/>
        <p:cNvGrpSpPr/>
        <p:nvPr/>
      </p:nvGrpSpPr>
      <p:grpSpPr>
        <a:xfrm>
          <a:off x="0" y="0"/>
          <a:ext cx="0" cy="0"/>
          <a:chOff x="0" y="0"/>
          <a:chExt cx="0" cy="0"/>
        </a:xfrm>
      </p:grpSpPr>
      <p:pic>
        <p:nvPicPr>
          <p:cNvPr id="7" name="Afbeelding 6">
            <a:extLst>
              <a:ext uri="{FF2B5EF4-FFF2-40B4-BE49-F238E27FC236}">
                <a16:creationId xmlns:a16="http://schemas.microsoft.com/office/drawing/2014/main" id="{128E000C-8FB7-9C49-BE79-9D80E18CEDFF}"/>
              </a:ext>
            </a:extLst>
          </p:cNvPr>
          <p:cNvPicPr>
            <a:picLocks noChangeAspect="1"/>
          </p:cNvPicPr>
          <p:nvPr userDrawn="1"/>
        </p:nvPicPr>
        <p:blipFill>
          <a:blip r:embed="rId2"/>
          <a:srcRect/>
          <a:stretch/>
        </p:blipFill>
        <p:spPr>
          <a:xfrm>
            <a:off x="0" y="0"/>
            <a:ext cx="12192000" cy="6858000"/>
          </a:xfrm>
          <a:prstGeom prst="rect">
            <a:avLst/>
          </a:prstGeom>
        </p:spPr>
      </p:pic>
      <p:sp>
        <p:nvSpPr>
          <p:cNvPr id="9" name="Tijdelijke aanduiding voor voettekst 5"/>
          <p:cNvSpPr>
            <a:spLocks noGrp="1"/>
          </p:cNvSpPr>
          <p:nvPr>
            <p:ph type="ftr" sz="quarter" idx="11"/>
          </p:nvPr>
        </p:nvSpPr>
        <p:spPr>
          <a:xfrm>
            <a:off x="1989957" y="6173788"/>
            <a:ext cx="8486400" cy="365125"/>
          </a:xfrm>
          <a:prstGeom prst="rect">
            <a:avLst/>
          </a:prstGeom>
        </p:spPr>
        <p:txBody>
          <a:bodyPr/>
          <a:lstStyle>
            <a:lvl1pPr>
              <a:defRPr>
                <a:solidFill>
                  <a:srgbClr val="FFFFFF"/>
                </a:solidFill>
              </a:defRPr>
            </a:lvl1pPr>
          </a:lstStyle>
          <a:p>
            <a:endParaRPr lang="en-GB" noProof="0"/>
          </a:p>
        </p:txBody>
      </p:sp>
      <p:sp>
        <p:nvSpPr>
          <p:cNvPr id="10" name="Tijdelijke aanduiding voor dianummer 6"/>
          <p:cNvSpPr>
            <a:spLocks noGrp="1"/>
          </p:cNvSpPr>
          <p:nvPr>
            <p:ph type="sldNum" sz="quarter" idx="12"/>
          </p:nvPr>
        </p:nvSpPr>
        <p:spPr>
          <a:xfrm>
            <a:off x="10804801" y="6172800"/>
            <a:ext cx="1106396" cy="365125"/>
          </a:xfrm>
          <a:prstGeom prst="rect">
            <a:avLst/>
          </a:prstGeom>
        </p:spPr>
        <p:txBody>
          <a:bodyPr/>
          <a:lstStyle>
            <a:lvl1pPr>
              <a:defRPr>
                <a:solidFill>
                  <a:srgbClr val="FFFFFF"/>
                </a:solidFill>
              </a:defRPr>
            </a:lvl1pPr>
          </a:lstStyle>
          <a:p>
            <a:fld id="{CC1A7FFB-7E9A-E347-8F80-8E2C647B3625}" type="slidenum">
              <a:rPr lang="nl-NL"/>
              <a:pPr/>
              <a:t>‹#›</a:t>
            </a:fld>
            <a:endParaRPr lang="nl-NL"/>
          </a:p>
        </p:txBody>
      </p:sp>
      <p:sp>
        <p:nvSpPr>
          <p:cNvPr id="2" name="Titel 1"/>
          <p:cNvSpPr>
            <a:spLocks noGrp="1"/>
          </p:cNvSpPr>
          <p:nvPr>
            <p:ph type="title" hasCustomPrompt="1"/>
          </p:nvPr>
        </p:nvSpPr>
        <p:spPr>
          <a:xfrm>
            <a:off x="1989957" y="1516800"/>
            <a:ext cx="9921237" cy="1143000"/>
          </a:xfrm>
          <a:prstGeom prst="rect">
            <a:avLst/>
          </a:prstGeom>
        </p:spPr>
        <p:txBody>
          <a:bodyPr/>
          <a:lstStyle/>
          <a:p>
            <a:r>
              <a:rPr lang="en-GB" noProof="0"/>
              <a:t>Title of presentation</a:t>
            </a:r>
          </a:p>
        </p:txBody>
      </p:sp>
      <p:sp>
        <p:nvSpPr>
          <p:cNvPr id="12" name="Tijdelijke aanduiding voor inhoud 2"/>
          <p:cNvSpPr>
            <a:spLocks noGrp="1"/>
          </p:cNvSpPr>
          <p:nvPr>
            <p:ph idx="1" hasCustomPrompt="1"/>
          </p:nvPr>
        </p:nvSpPr>
        <p:spPr>
          <a:xfrm>
            <a:off x="1989956" y="2726400"/>
            <a:ext cx="9921239" cy="3379200"/>
          </a:xfrm>
        </p:spPr>
        <p:txBody>
          <a:bodyPr/>
          <a:lstStyle>
            <a:lvl1pPr>
              <a:defRPr sz="3200">
                <a:latin typeface="Arial"/>
                <a:cs typeface="Arial"/>
              </a:defRPr>
            </a:lvl1pPr>
            <a:lvl2pPr>
              <a:defRPr sz="2667"/>
            </a:lvl2pPr>
          </a:lstStyle>
          <a:p>
            <a:pPr lvl="0"/>
            <a:r>
              <a:rPr lang="en-GB" noProof="0"/>
              <a:t>Click to add text</a:t>
            </a:r>
          </a:p>
          <a:p>
            <a:pPr lvl="1"/>
            <a:r>
              <a:rPr lang="en-GB" noProof="0"/>
              <a:t>Second level</a:t>
            </a:r>
          </a:p>
        </p:txBody>
      </p:sp>
    </p:spTree>
    <p:extLst>
      <p:ext uri="{BB962C8B-B14F-4D97-AF65-F5344CB8AC3E}">
        <p14:creationId xmlns:p14="http://schemas.microsoft.com/office/powerpoint/2010/main" val="15117125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ver-Sheet-text-2">
    <p:spTree>
      <p:nvGrpSpPr>
        <p:cNvPr id="1" name=""/>
        <p:cNvGrpSpPr/>
        <p:nvPr/>
      </p:nvGrpSpPr>
      <p:grpSpPr>
        <a:xfrm>
          <a:off x="0" y="0"/>
          <a:ext cx="0" cy="0"/>
          <a:chOff x="0" y="0"/>
          <a:chExt cx="0" cy="0"/>
        </a:xfrm>
      </p:grpSpPr>
      <p:pic>
        <p:nvPicPr>
          <p:cNvPr id="7" name="Afbeelding 6">
            <a:extLst>
              <a:ext uri="{FF2B5EF4-FFF2-40B4-BE49-F238E27FC236}">
                <a16:creationId xmlns:a16="http://schemas.microsoft.com/office/drawing/2014/main" id="{AF0156F6-E8ED-5348-BC5C-2101E739D5A9}"/>
              </a:ext>
            </a:extLst>
          </p:cNvPr>
          <p:cNvPicPr>
            <a:picLocks noChangeAspect="1"/>
          </p:cNvPicPr>
          <p:nvPr userDrawn="1"/>
        </p:nvPicPr>
        <p:blipFill>
          <a:blip r:embed="rId2"/>
          <a:srcRect/>
          <a:stretch/>
        </p:blipFill>
        <p:spPr>
          <a:xfrm>
            <a:off x="2" y="0"/>
            <a:ext cx="12191997" cy="6857997"/>
          </a:xfrm>
          <a:prstGeom prst="rect">
            <a:avLst/>
          </a:prstGeom>
        </p:spPr>
      </p:pic>
      <p:sp>
        <p:nvSpPr>
          <p:cNvPr id="9" name="Tijdelijke aanduiding voor voettekst 5"/>
          <p:cNvSpPr>
            <a:spLocks noGrp="1"/>
          </p:cNvSpPr>
          <p:nvPr>
            <p:ph type="ftr" sz="quarter" idx="11"/>
          </p:nvPr>
        </p:nvSpPr>
        <p:spPr>
          <a:xfrm>
            <a:off x="1989958" y="6173788"/>
            <a:ext cx="8488153" cy="365125"/>
          </a:xfrm>
          <a:prstGeom prst="rect">
            <a:avLst/>
          </a:prstGeom>
        </p:spPr>
        <p:txBody>
          <a:bodyPr/>
          <a:lstStyle>
            <a:lvl1pPr>
              <a:defRPr>
                <a:solidFill>
                  <a:srgbClr val="FFFFFF"/>
                </a:solidFill>
              </a:defRPr>
            </a:lvl1pPr>
          </a:lstStyle>
          <a:p>
            <a:endParaRPr lang="nl-NL"/>
          </a:p>
        </p:txBody>
      </p:sp>
      <p:sp>
        <p:nvSpPr>
          <p:cNvPr id="10" name="Tijdelijke aanduiding voor dianummer 6"/>
          <p:cNvSpPr>
            <a:spLocks noGrp="1"/>
          </p:cNvSpPr>
          <p:nvPr>
            <p:ph type="sldNum" sz="quarter" idx="12"/>
          </p:nvPr>
        </p:nvSpPr>
        <p:spPr>
          <a:xfrm>
            <a:off x="10804801" y="6172800"/>
            <a:ext cx="1106396" cy="365125"/>
          </a:xfrm>
          <a:prstGeom prst="rect">
            <a:avLst/>
          </a:prstGeom>
        </p:spPr>
        <p:txBody>
          <a:bodyPr/>
          <a:lstStyle>
            <a:lvl1pPr>
              <a:defRPr>
                <a:solidFill>
                  <a:srgbClr val="FFFFFF"/>
                </a:solidFill>
              </a:defRPr>
            </a:lvl1pPr>
          </a:lstStyle>
          <a:p>
            <a:fld id="{CC1A7FFB-7E9A-E347-8F80-8E2C647B3625}" type="slidenum">
              <a:rPr lang="nl-NL"/>
              <a:pPr/>
              <a:t>‹#›</a:t>
            </a:fld>
            <a:endParaRPr lang="nl-NL"/>
          </a:p>
        </p:txBody>
      </p:sp>
      <p:sp>
        <p:nvSpPr>
          <p:cNvPr id="2" name="Titel 1"/>
          <p:cNvSpPr>
            <a:spLocks noGrp="1"/>
          </p:cNvSpPr>
          <p:nvPr>
            <p:ph type="title" hasCustomPrompt="1"/>
          </p:nvPr>
        </p:nvSpPr>
        <p:spPr>
          <a:xfrm>
            <a:off x="1989957" y="1516800"/>
            <a:ext cx="9921237" cy="1143000"/>
          </a:xfrm>
          <a:prstGeom prst="rect">
            <a:avLst/>
          </a:prstGeom>
        </p:spPr>
        <p:txBody>
          <a:bodyPr/>
          <a:lstStyle/>
          <a:p>
            <a:r>
              <a:rPr lang="en-GB" noProof="0"/>
              <a:t>Title of presentation</a:t>
            </a:r>
          </a:p>
        </p:txBody>
      </p:sp>
      <p:sp>
        <p:nvSpPr>
          <p:cNvPr id="12" name="Tijdelijke aanduiding voor inhoud 2"/>
          <p:cNvSpPr>
            <a:spLocks noGrp="1"/>
          </p:cNvSpPr>
          <p:nvPr>
            <p:ph idx="1" hasCustomPrompt="1"/>
          </p:nvPr>
        </p:nvSpPr>
        <p:spPr>
          <a:xfrm>
            <a:off x="1989956" y="2726400"/>
            <a:ext cx="9921239" cy="3379200"/>
          </a:xfrm>
        </p:spPr>
        <p:txBody>
          <a:bodyPr/>
          <a:lstStyle>
            <a:lvl1pPr>
              <a:defRPr sz="3200">
                <a:latin typeface="Arial"/>
                <a:cs typeface="Arial"/>
              </a:defRPr>
            </a:lvl1pPr>
            <a:lvl2pPr>
              <a:defRPr sz="2667"/>
            </a:lvl2pPr>
          </a:lstStyle>
          <a:p>
            <a:pPr lvl="0"/>
            <a:r>
              <a:rPr lang="en-GB" noProof="0"/>
              <a:t>Click to add text</a:t>
            </a:r>
          </a:p>
          <a:p>
            <a:pPr lvl="1"/>
            <a:r>
              <a:rPr lang="en-GB" noProof="0"/>
              <a:t>Second level</a:t>
            </a:r>
          </a:p>
        </p:txBody>
      </p:sp>
    </p:spTree>
    <p:extLst>
      <p:ext uri="{BB962C8B-B14F-4D97-AF65-F5344CB8AC3E}">
        <p14:creationId xmlns:p14="http://schemas.microsoft.com/office/powerpoint/2010/main" val="10648973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ver-Sheet-text-3">
    <p:spTree>
      <p:nvGrpSpPr>
        <p:cNvPr id="1" name=""/>
        <p:cNvGrpSpPr/>
        <p:nvPr/>
      </p:nvGrpSpPr>
      <p:grpSpPr>
        <a:xfrm>
          <a:off x="0" y="0"/>
          <a:ext cx="0" cy="0"/>
          <a:chOff x="0" y="0"/>
          <a:chExt cx="0" cy="0"/>
        </a:xfrm>
      </p:grpSpPr>
      <p:pic>
        <p:nvPicPr>
          <p:cNvPr id="11" name="Afbeelding 10">
            <a:extLst>
              <a:ext uri="{FF2B5EF4-FFF2-40B4-BE49-F238E27FC236}">
                <a16:creationId xmlns:a16="http://schemas.microsoft.com/office/drawing/2014/main" id="{31483F4D-8F76-C74B-A272-983347FFA781}"/>
              </a:ext>
            </a:extLst>
          </p:cNvPr>
          <p:cNvPicPr>
            <a:picLocks noChangeAspect="1"/>
          </p:cNvPicPr>
          <p:nvPr userDrawn="1"/>
        </p:nvPicPr>
        <p:blipFill>
          <a:blip r:embed="rId2"/>
          <a:srcRect/>
          <a:stretch/>
        </p:blipFill>
        <p:spPr>
          <a:xfrm>
            <a:off x="0" y="0"/>
            <a:ext cx="12192000" cy="6858000"/>
          </a:xfrm>
          <a:prstGeom prst="rect">
            <a:avLst/>
          </a:prstGeom>
        </p:spPr>
      </p:pic>
      <p:sp>
        <p:nvSpPr>
          <p:cNvPr id="8" name="Tijdelijke aanduiding voor voettekst 4"/>
          <p:cNvSpPr>
            <a:spLocks noGrp="1"/>
          </p:cNvSpPr>
          <p:nvPr>
            <p:ph type="ftr" sz="quarter" idx="11"/>
          </p:nvPr>
        </p:nvSpPr>
        <p:spPr>
          <a:xfrm>
            <a:off x="1992000" y="6173788"/>
            <a:ext cx="8486400" cy="365125"/>
          </a:xfrm>
          <a:prstGeom prst="rect">
            <a:avLst/>
          </a:prstGeom>
        </p:spPr>
        <p:txBody>
          <a:bodyPr/>
          <a:lstStyle/>
          <a:p>
            <a:endParaRPr lang="nl-NL"/>
          </a:p>
        </p:txBody>
      </p:sp>
      <p:sp>
        <p:nvSpPr>
          <p:cNvPr id="9" name="Tijdelijke aanduiding voor dianummer 5"/>
          <p:cNvSpPr>
            <a:spLocks noGrp="1"/>
          </p:cNvSpPr>
          <p:nvPr>
            <p:ph type="sldNum" sz="quarter" idx="12"/>
          </p:nvPr>
        </p:nvSpPr>
        <p:spPr>
          <a:xfrm>
            <a:off x="10804801" y="6172800"/>
            <a:ext cx="1106396" cy="365125"/>
          </a:xfrm>
          <a:prstGeom prst="rect">
            <a:avLst/>
          </a:prstGeom>
        </p:spPr>
        <p:txBody>
          <a:bodyPr/>
          <a:lstStyle/>
          <a:p>
            <a:fld id="{CC1A7FFB-7E9A-E347-8F80-8E2C647B3625}" type="slidenum">
              <a:rPr lang="nl-NL"/>
              <a:t>‹#›</a:t>
            </a:fld>
            <a:endParaRPr lang="nl-NL"/>
          </a:p>
        </p:txBody>
      </p:sp>
      <p:sp>
        <p:nvSpPr>
          <p:cNvPr id="13" name="Titel 1"/>
          <p:cNvSpPr>
            <a:spLocks noGrp="1"/>
          </p:cNvSpPr>
          <p:nvPr>
            <p:ph type="title" hasCustomPrompt="1"/>
          </p:nvPr>
        </p:nvSpPr>
        <p:spPr>
          <a:xfrm>
            <a:off x="1992000" y="1515453"/>
            <a:ext cx="9919195" cy="1143000"/>
          </a:xfrm>
          <a:prstGeom prst="rect">
            <a:avLst/>
          </a:prstGeom>
        </p:spPr>
        <p:txBody>
          <a:bodyPr/>
          <a:lstStyle>
            <a:lvl1pPr algn="r">
              <a:defRPr/>
            </a:lvl1pPr>
          </a:lstStyle>
          <a:p>
            <a:r>
              <a:rPr lang="en-GB" noProof="0"/>
              <a:t>Title of presentation</a:t>
            </a:r>
          </a:p>
        </p:txBody>
      </p:sp>
      <p:sp>
        <p:nvSpPr>
          <p:cNvPr id="14" name="Tijdelijke aanduiding voor inhoud 2"/>
          <p:cNvSpPr>
            <a:spLocks noGrp="1"/>
          </p:cNvSpPr>
          <p:nvPr>
            <p:ph idx="1" hasCustomPrompt="1"/>
          </p:nvPr>
        </p:nvSpPr>
        <p:spPr>
          <a:xfrm>
            <a:off x="1992000" y="2726401"/>
            <a:ext cx="9919195" cy="3380777"/>
          </a:xfrm>
        </p:spPr>
        <p:txBody>
          <a:bodyPr/>
          <a:lstStyle>
            <a:lvl1pPr algn="r">
              <a:defRPr sz="3200">
                <a:latin typeface="Arial"/>
                <a:cs typeface="Arial"/>
              </a:defRPr>
            </a:lvl1pPr>
            <a:lvl2pPr algn="r">
              <a:defRPr sz="2667"/>
            </a:lvl2pPr>
          </a:lstStyle>
          <a:p>
            <a:pPr lvl="0"/>
            <a:r>
              <a:rPr lang="en-GB" noProof="0"/>
              <a:t>Click to add text</a:t>
            </a:r>
          </a:p>
          <a:p>
            <a:pPr lvl="1"/>
            <a:r>
              <a:rPr lang="en-GB" noProof="0"/>
              <a:t>Second level</a:t>
            </a:r>
          </a:p>
        </p:txBody>
      </p:sp>
    </p:spTree>
    <p:extLst>
      <p:ext uri="{BB962C8B-B14F-4D97-AF65-F5344CB8AC3E}">
        <p14:creationId xmlns:p14="http://schemas.microsoft.com/office/powerpoint/2010/main" val="40048626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inuation-page-title-object">
    <p:spTree>
      <p:nvGrpSpPr>
        <p:cNvPr id="1" name=""/>
        <p:cNvGrpSpPr/>
        <p:nvPr/>
      </p:nvGrpSpPr>
      <p:grpSpPr>
        <a:xfrm>
          <a:off x="0" y="0"/>
          <a:ext cx="0" cy="0"/>
          <a:chOff x="0" y="0"/>
          <a:chExt cx="0" cy="0"/>
        </a:xfrm>
      </p:grpSpPr>
      <p:sp>
        <p:nvSpPr>
          <p:cNvPr id="3" name="Tijdelijke aanduiding voor inhoud 2"/>
          <p:cNvSpPr>
            <a:spLocks noGrp="1"/>
          </p:cNvSpPr>
          <p:nvPr>
            <p:ph idx="1" hasCustomPrompt="1"/>
          </p:nvPr>
        </p:nvSpPr>
        <p:spPr>
          <a:xfrm>
            <a:off x="283201" y="1600201"/>
            <a:ext cx="11630399" cy="3832776"/>
          </a:xfrm>
        </p:spPr>
        <p:txBody>
          <a:bodyPr/>
          <a:lstStyle>
            <a:lvl1pPr>
              <a:defRPr sz="3200">
                <a:latin typeface="Arial"/>
                <a:cs typeface="Arial"/>
              </a:defRPr>
            </a:lvl1pPr>
            <a:lvl2pPr>
              <a:defRPr sz="2667"/>
            </a:lvl2pPr>
          </a:lstStyle>
          <a:p>
            <a:pPr lvl="0"/>
            <a:r>
              <a:rPr lang="en-GB" noProof="0"/>
              <a:t>Click to add text</a:t>
            </a:r>
          </a:p>
          <a:p>
            <a:pPr lvl="1"/>
            <a:r>
              <a:rPr lang="en-GB" noProof="0"/>
              <a:t>Second level</a:t>
            </a:r>
          </a:p>
        </p:txBody>
      </p:sp>
      <p:sp>
        <p:nvSpPr>
          <p:cNvPr id="7" name="Tijdelijke aanduiding voor voettekst 4"/>
          <p:cNvSpPr>
            <a:spLocks noGrp="1"/>
          </p:cNvSpPr>
          <p:nvPr>
            <p:ph type="ftr" sz="quarter" idx="11"/>
          </p:nvPr>
        </p:nvSpPr>
        <p:spPr>
          <a:xfrm>
            <a:off x="2145792" y="6173788"/>
            <a:ext cx="8332608" cy="365125"/>
          </a:xfrm>
          <a:prstGeom prst="rect">
            <a:avLst/>
          </a:prstGeom>
        </p:spPr>
        <p:txBody>
          <a:bodyPr/>
          <a:lstStyle/>
          <a:p>
            <a:endParaRPr lang="nl-NL"/>
          </a:p>
        </p:txBody>
      </p:sp>
      <p:sp>
        <p:nvSpPr>
          <p:cNvPr id="8" name="Tijdelijke aanduiding voor dianummer 5"/>
          <p:cNvSpPr>
            <a:spLocks noGrp="1"/>
          </p:cNvSpPr>
          <p:nvPr>
            <p:ph type="sldNum" sz="quarter" idx="12"/>
          </p:nvPr>
        </p:nvSpPr>
        <p:spPr>
          <a:xfrm>
            <a:off x="10804801" y="6172800"/>
            <a:ext cx="1106396" cy="365125"/>
          </a:xfrm>
          <a:prstGeom prst="rect">
            <a:avLst/>
          </a:prstGeom>
        </p:spPr>
        <p:txBody>
          <a:bodyPr/>
          <a:lstStyle/>
          <a:p>
            <a:fld id="{CC1A7FFB-7E9A-E347-8F80-8E2C647B3625}" type="slidenum">
              <a:rPr lang="nl-NL"/>
              <a:t>‹#›</a:t>
            </a:fld>
            <a:endParaRPr lang="nl-NL"/>
          </a:p>
        </p:txBody>
      </p:sp>
      <p:sp>
        <p:nvSpPr>
          <p:cNvPr id="4" name="Titel 3">
            <a:extLst>
              <a:ext uri="{FF2B5EF4-FFF2-40B4-BE49-F238E27FC236}">
                <a16:creationId xmlns:a16="http://schemas.microsoft.com/office/drawing/2014/main" id="{E2EE66E6-DAAA-514E-8E4A-56C847E2AF07}"/>
              </a:ext>
            </a:extLst>
          </p:cNvPr>
          <p:cNvSpPr>
            <a:spLocks noGrp="1"/>
          </p:cNvSpPr>
          <p:nvPr>
            <p:ph type="title" hasCustomPrompt="1"/>
          </p:nvPr>
        </p:nvSpPr>
        <p:spPr>
          <a:xfrm>
            <a:off x="283200" y="275167"/>
            <a:ext cx="11630400" cy="1143000"/>
          </a:xfrm>
          <a:prstGeom prst="rect">
            <a:avLst/>
          </a:prstGeom>
        </p:spPr>
        <p:txBody>
          <a:bodyPr/>
          <a:lstStyle/>
          <a:p>
            <a:r>
              <a:rPr lang="en-GB" noProof="0"/>
              <a:t>Title</a:t>
            </a:r>
          </a:p>
        </p:txBody>
      </p:sp>
    </p:spTree>
    <p:extLst>
      <p:ext uri="{BB962C8B-B14F-4D97-AF65-F5344CB8AC3E}">
        <p14:creationId xmlns:p14="http://schemas.microsoft.com/office/powerpoint/2010/main" val="10287235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Continuation-page-title-2-objects">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83200" y="275167"/>
            <a:ext cx="11630400" cy="1143000"/>
          </a:xfrm>
          <a:prstGeom prst="rect">
            <a:avLst/>
          </a:prstGeom>
        </p:spPr>
        <p:txBody>
          <a:bodyPr>
            <a:normAutofit/>
          </a:bodyPr>
          <a:lstStyle>
            <a:lvl1pPr>
              <a:defRPr sz="3733"/>
            </a:lvl1pPr>
          </a:lstStyle>
          <a:p>
            <a:r>
              <a:rPr lang="en-GB" noProof="0"/>
              <a:t>Title</a:t>
            </a:r>
          </a:p>
        </p:txBody>
      </p:sp>
      <p:sp>
        <p:nvSpPr>
          <p:cNvPr id="3" name="Tijdelijke aanduiding voor inhoud 2"/>
          <p:cNvSpPr>
            <a:spLocks noGrp="1"/>
          </p:cNvSpPr>
          <p:nvPr>
            <p:ph sz="half" idx="1" hasCustomPrompt="1"/>
          </p:nvPr>
        </p:nvSpPr>
        <p:spPr>
          <a:xfrm>
            <a:off x="283200" y="1600201"/>
            <a:ext cx="5712000" cy="3859939"/>
          </a:xfrm>
        </p:spPr>
        <p:txBody>
          <a:bodyPr>
            <a:normAutofit/>
          </a:bodyPr>
          <a:lstStyle>
            <a:lvl1pPr>
              <a:defRPr sz="2667">
                <a:latin typeface="Arial"/>
                <a:cs typeface="Arial"/>
              </a:defRPr>
            </a:lvl1pPr>
            <a:lvl2pPr>
              <a:defRPr sz="2400">
                <a:latin typeface="Arial"/>
                <a:cs typeface="Arial"/>
              </a:defRPr>
            </a:lvl2pPr>
            <a:lvl3pPr>
              <a:defRPr sz="2667"/>
            </a:lvl3pPr>
            <a:lvl4pPr>
              <a:defRPr sz="2400"/>
            </a:lvl4pPr>
            <a:lvl5pPr>
              <a:defRPr sz="2400"/>
            </a:lvl5pPr>
            <a:lvl6pPr>
              <a:defRPr sz="2400"/>
            </a:lvl6pPr>
            <a:lvl7pPr>
              <a:defRPr sz="2400"/>
            </a:lvl7pPr>
            <a:lvl8pPr>
              <a:defRPr sz="2400"/>
            </a:lvl8pPr>
            <a:lvl9pPr>
              <a:defRPr sz="2400"/>
            </a:lvl9pPr>
          </a:lstStyle>
          <a:p>
            <a:pPr lvl="0"/>
            <a:r>
              <a:rPr lang="en-GB" noProof="0"/>
              <a:t>Click to add </a:t>
            </a:r>
            <a:r>
              <a:rPr lang="en-GB" noProof="0" err="1"/>
              <a:t>tekst</a:t>
            </a:r>
            <a:endParaRPr lang="en-GB" noProof="0"/>
          </a:p>
          <a:p>
            <a:pPr lvl="1"/>
            <a:r>
              <a:rPr lang="en-GB" noProof="0"/>
              <a:t>Second level</a:t>
            </a:r>
          </a:p>
        </p:txBody>
      </p:sp>
      <p:sp>
        <p:nvSpPr>
          <p:cNvPr id="4" name="Tijdelijke aanduiding voor inhoud 3"/>
          <p:cNvSpPr>
            <a:spLocks noGrp="1"/>
          </p:cNvSpPr>
          <p:nvPr>
            <p:ph sz="half" idx="2" hasCustomPrompt="1"/>
          </p:nvPr>
        </p:nvSpPr>
        <p:spPr>
          <a:xfrm>
            <a:off x="6197600" y="1600201"/>
            <a:ext cx="5711201" cy="3859940"/>
          </a:xfrm>
        </p:spPr>
        <p:txBody>
          <a:bodyPr>
            <a:normAutofit/>
          </a:bodyPr>
          <a:lstStyle>
            <a:lvl1pPr>
              <a:defRPr sz="2667">
                <a:latin typeface="Arial"/>
                <a:cs typeface="Arial"/>
              </a:defRPr>
            </a:lvl1pPr>
            <a:lvl2pPr>
              <a:defRPr sz="2400">
                <a:latin typeface="Arial"/>
                <a:cs typeface="Arial"/>
              </a:defRPr>
            </a:lvl2pPr>
            <a:lvl3pPr>
              <a:defRPr sz="2667"/>
            </a:lvl3pPr>
            <a:lvl4pPr>
              <a:defRPr sz="2400"/>
            </a:lvl4pPr>
            <a:lvl5pPr>
              <a:defRPr sz="2400"/>
            </a:lvl5pPr>
            <a:lvl6pPr>
              <a:defRPr sz="2400"/>
            </a:lvl6pPr>
            <a:lvl7pPr>
              <a:defRPr sz="2400"/>
            </a:lvl7pPr>
            <a:lvl8pPr>
              <a:defRPr sz="2400"/>
            </a:lvl8pPr>
            <a:lvl9pPr>
              <a:defRPr sz="2400"/>
            </a:lvl9pPr>
          </a:lstStyle>
          <a:p>
            <a:pPr lvl="0"/>
            <a:r>
              <a:rPr lang="en-GB" noProof="0"/>
              <a:t>Click to add </a:t>
            </a:r>
            <a:r>
              <a:rPr lang="en-GB" noProof="0" err="1"/>
              <a:t>tekst</a:t>
            </a:r>
            <a:endParaRPr lang="en-GB" noProof="0"/>
          </a:p>
          <a:p>
            <a:pPr lvl="1"/>
            <a:r>
              <a:rPr lang="en-GB" noProof="0"/>
              <a:t>Second level</a:t>
            </a:r>
          </a:p>
        </p:txBody>
      </p:sp>
      <p:sp>
        <p:nvSpPr>
          <p:cNvPr id="8" name="Tijdelijke aanduiding voor voettekst 4"/>
          <p:cNvSpPr>
            <a:spLocks noGrp="1"/>
          </p:cNvSpPr>
          <p:nvPr>
            <p:ph type="ftr" sz="quarter" idx="11"/>
          </p:nvPr>
        </p:nvSpPr>
        <p:spPr>
          <a:xfrm>
            <a:off x="2145792" y="6173788"/>
            <a:ext cx="8332608" cy="365125"/>
          </a:xfrm>
          <a:prstGeom prst="rect">
            <a:avLst/>
          </a:prstGeom>
        </p:spPr>
        <p:txBody>
          <a:bodyPr/>
          <a:lstStyle/>
          <a:p>
            <a:endParaRPr lang="nl-NL"/>
          </a:p>
        </p:txBody>
      </p:sp>
      <p:sp>
        <p:nvSpPr>
          <p:cNvPr id="9" name="Tijdelijke aanduiding voor dianummer 5"/>
          <p:cNvSpPr>
            <a:spLocks noGrp="1"/>
          </p:cNvSpPr>
          <p:nvPr>
            <p:ph type="sldNum" sz="quarter" idx="12"/>
          </p:nvPr>
        </p:nvSpPr>
        <p:spPr>
          <a:xfrm>
            <a:off x="10804801" y="6172800"/>
            <a:ext cx="1106396" cy="365125"/>
          </a:xfrm>
          <a:prstGeom prst="rect">
            <a:avLst/>
          </a:prstGeom>
        </p:spPr>
        <p:txBody>
          <a:bodyPr/>
          <a:lstStyle/>
          <a:p>
            <a:fld id="{CC1A7FFB-7E9A-E347-8F80-8E2C647B3625}" type="slidenum">
              <a:rPr lang="nl-NL"/>
              <a:t>‹#›</a:t>
            </a:fld>
            <a:endParaRPr lang="nl-NL"/>
          </a:p>
        </p:txBody>
      </p:sp>
      <p:sp>
        <p:nvSpPr>
          <p:cNvPr id="5" name="Tekstvak 4">
            <a:extLst>
              <a:ext uri="{FF2B5EF4-FFF2-40B4-BE49-F238E27FC236}">
                <a16:creationId xmlns:a16="http://schemas.microsoft.com/office/drawing/2014/main" id="{F6961271-B8AB-7E4E-8ED9-51C3D68B8AEB}"/>
              </a:ext>
            </a:extLst>
          </p:cNvPr>
          <p:cNvSpPr txBox="1"/>
          <p:nvPr userDrawn="1"/>
        </p:nvSpPr>
        <p:spPr>
          <a:xfrm>
            <a:off x="5649951" y="1174595"/>
            <a:ext cx="0" cy="0"/>
          </a:xfrm>
          <a:prstGeom prst="rect">
            <a:avLst/>
          </a:prstGeom>
        </p:spPr>
        <p:txBody>
          <a:bodyPr vert="horz" wrap="none" lIns="121920" tIns="60960" rIns="121920" bIns="60960" rtlCol="0" anchor="t">
            <a:normAutofit fontScale="25000" lnSpcReduction="20000"/>
          </a:bodyPr>
          <a:lstStyle/>
          <a:p>
            <a:pPr algn="l"/>
            <a:endParaRPr lang="nl-NL" sz="2400">
              <a:solidFill>
                <a:srgbClr val="C00000"/>
              </a:solidFill>
            </a:endParaRPr>
          </a:p>
        </p:txBody>
      </p:sp>
    </p:spTree>
    <p:extLst>
      <p:ext uri="{BB962C8B-B14F-4D97-AF65-F5344CB8AC3E}">
        <p14:creationId xmlns:p14="http://schemas.microsoft.com/office/powerpoint/2010/main" val="28440649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Continuation-page-pictur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389717" y="4800600"/>
            <a:ext cx="7315200" cy="567267"/>
          </a:xfrm>
          <a:prstGeom prst="rect">
            <a:avLst/>
          </a:prstGeom>
        </p:spPr>
        <p:txBody>
          <a:bodyPr anchor="b">
            <a:noAutofit/>
          </a:bodyPr>
          <a:lstStyle>
            <a:lvl1pPr algn="l">
              <a:defRPr sz="2667" b="1"/>
            </a:lvl1pPr>
          </a:lstStyle>
          <a:p>
            <a:r>
              <a:rPr lang="en-GB" noProof="0"/>
              <a:t>Title</a:t>
            </a:r>
          </a:p>
        </p:txBody>
      </p:sp>
      <p:sp>
        <p:nvSpPr>
          <p:cNvPr id="3" name="Tijdelijke aanduiding voor afbeelding 2"/>
          <p:cNvSpPr>
            <a:spLocks noGrp="1"/>
          </p:cNvSpPr>
          <p:nvPr>
            <p:ph type="pic" idx="1" hasCustomPrompt="1"/>
          </p:nvPr>
        </p:nvSpPr>
        <p:spPr>
          <a:xfrm>
            <a:off x="2389717" y="613833"/>
            <a:ext cx="7315200" cy="4114800"/>
          </a:xfr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GB" noProof="0"/>
              <a:t>Picture</a:t>
            </a:r>
          </a:p>
        </p:txBody>
      </p:sp>
      <p:sp>
        <p:nvSpPr>
          <p:cNvPr id="4" name="Tijdelijke aanduiding voor tekst 3"/>
          <p:cNvSpPr>
            <a:spLocks noGrp="1"/>
          </p:cNvSpPr>
          <p:nvPr>
            <p:ph type="body" sz="half" idx="2" hasCustomPrompt="1"/>
          </p:nvPr>
        </p:nvSpPr>
        <p:spPr>
          <a:xfrm>
            <a:off x="2389717" y="5367867"/>
            <a:ext cx="7315200" cy="80433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GB" noProof="0"/>
              <a:t>Click to add text</a:t>
            </a:r>
          </a:p>
        </p:txBody>
      </p:sp>
    </p:spTree>
    <p:extLst>
      <p:ext uri="{BB962C8B-B14F-4D97-AF65-F5344CB8AC3E}">
        <p14:creationId xmlns:p14="http://schemas.microsoft.com/office/powerpoint/2010/main" val="23499214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losing-page">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B8A9C812-2E58-0645-A293-BECF92250576}"/>
              </a:ext>
            </a:extLst>
          </p:cNvPr>
          <p:cNvSpPr/>
          <p:nvPr userDrawn="1"/>
        </p:nvSpPr>
        <p:spPr>
          <a:xfrm>
            <a:off x="0" y="0"/>
            <a:ext cx="12192000" cy="5452800"/>
          </a:xfrm>
          <a:prstGeom prst="rect">
            <a:avLst/>
          </a:prstGeom>
          <a:solidFill>
            <a:srgbClr val="66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z="2400"/>
          </a:p>
        </p:txBody>
      </p:sp>
      <p:sp>
        <p:nvSpPr>
          <p:cNvPr id="9" name="Tijdelijke aanduiding voor inhoud 1">
            <a:extLst>
              <a:ext uri="{FF2B5EF4-FFF2-40B4-BE49-F238E27FC236}">
                <a16:creationId xmlns:a16="http://schemas.microsoft.com/office/drawing/2014/main" id="{E6F7F96C-6BFF-6F43-9987-44ED1DB5F462}"/>
              </a:ext>
            </a:extLst>
          </p:cNvPr>
          <p:cNvSpPr>
            <a:spLocks noGrp="1"/>
          </p:cNvSpPr>
          <p:nvPr>
            <p:ph idx="1" hasCustomPrompt="1"/>
          </p:nvPr>
        </p:nvSpPr>
        <p:spPr>
          <a:xfrm>
            <a:off x="283201" y="1600201"/>
            <a:ext cx="11630399" cy="3832776"/>
          </a:xfrm>
        </p:spPr>
        <p:txBody>
          <a:bodyPr/>
          <a:lstStyle>
            <a:lvl1pPr>
              <a:buFontTx/>
              <a:buNone/>
              <a:defRPr>
                <a:solidFill>
                  <a:schemeClr val="bg1"/>
                </a:solidFill>
              </a:defRPr>
            </a:lvl1pPr>
          </a:lstStyle>
          <a:p>
            <a:r>
              <a:rPr lang="en-GB" noProof="0"/>
              <a:t>Click to add text</a:t>
            </a:r>
          </a:p>
        </p:txBody>
      </p:sp>
      <p:sp>
        <p:nvSpPr>
          <p:cNvPr id="6" name="Tijdelijke aanduiding voor inhoud 3">
            <a:extLst>
              <a:ext uri="{FF2B5EF4-FFF2-40B4-BE49-F238E27FC236}">
                <a16:creationId xmlns:a16="http://schemas.microsoft.com/office/drawing/2014/main" id="{18C29D4F-76D7-F94D-AD51-F36087CA24D1}"/>
              </a:ext>
            </a:extLst>
          </p:cNvPr>
          <p:cNvSpPr>
            <a:spLocks noGrp="1"/>
          </p:cNvSpPr>
          <p:nvPr>
            <p:ph sz="half" idx="2" hasCustomPrompt="1"/>
          </p:nvPr>
        </p:nvSpPr>
        <p:spPr>
          <a:xfrm>
            <a:off x="4591455" y="5696755"/>
            <a:ext cx="7346528" cy="897467"/>
          </a:xfrm>
        </p:spPr>
        <p:txBody>
          <a:bodyPr anchor="ctr" anchorCtr="0">
            <a:normAutofit/>
          </a:bodyPr>
          <a:lstStyle>
            <a:lvl1pPr marL="0" indent="0">
              <a:buFontTx/>
              <a:buNone/>
              <a:defRPr sz="1600">
                <a:latin typeface="Arial"/>
                <a:cs typeface="Arial"/>
              </a:defRPr>
            </a:lvl1pPr>
            <a:lvl2pPr marL="609585" indent="0">
              <a:buFontTx/>
              <a:buNone/>
              <a:defRPr sz="1600">
                <a:latin typeface="Arial"/>
                <a:cs typeface="Arial"/>
              </a:defRPr>
            </a:lvl2pPr>
            <a:lvl3pPr>
              <a:defRPr sz="2667"/>
            </a:lvl3pPr>
            <a:lvl4pPr>
              <a:defRPr sz="2400"/>
            </a:lvl4pPr>
            <a:lvl5pPr>
              <a:defRPr sz="2400"/>
            </a:lvl5pPr>
            <a:lvl6pPr>
              <a:defRPr sz="2400"/>
            </a:lvl6pPr>
            <a:lvl7pPr>
              <a:defRPr sz="2400"/>
            </a:lvl7pPr>
            <a:lvl8pPr>
              <a:defRPr sz="2400"/>
            </a:lvl8pPr>
            <a:lvl9pPr>
              <a:defRPr sz="2400"/>
            </a:lvl9pPr>
          </a:lstStyle>
          <a:p>
            <a:pPr lvl="0"/>
            <a:r>
              <a:rPr lang="en-GB" noProof="0"/>
              <a:t>Contact details (name, email address, etc..)</a:t>
            </a:r>
          </a:p>
        </p:txBody>
      </p:sp>
      <p:pic>
        <p:nvPicPr>
          <p:cNvPr id="7" name="Afbeelding 6">
            <a:extLst>
              <a:ext uri="{FF2B5EF4-FFF2-40B4-BE49-F238E27FC236}">
                <a16:creationId xmlns:a16="http://schemas.microsoft.com/office/drawing/2014/main" id="{162C682D-2044-A54E-BC81-B1A23C4EDE21}"/>
              </a:ext>
            </a:extLst>
          </p:cNvPr>
          <p:cNvPicPr>
            <a:picLocks noChangeAspect="1"/>
          </p:cNvPicPr>
          <p:nvPr userDrawn="1"/>
        </p:nvPicPr>
        <p:blipFill>
          <a:blip r:embed="rId2"/>
          <a:srcRect/>
          <a:stretch/>
        </p:blipFill>
        <p:spPr>
          <a:xfrm>
            <a:off x="1150703" y="5653834"/>
            <a:ext cx="1443567" cy="901700"/>
          </a:xfrm>
          <a:prstGeom prst="rect">
            <a:avLst/>
          </a:prstGeom>
        </p:spPr>
      </p:pic>
    </p:spTree>
    <p:extLst>
      <p:ext uri="{BB962C8B-B14F-4D97-AF65-F5344CB8AC3E}">
        <p14:creationId xmlns:p14="http://schemas.microsoft.com/office/powerpoint/2010/main" val="1968494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image" Target="../media/image4.jpe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838200" y="1876158"/>
            <a:ext cx="1882422" cy="972913"/>
          </a:xfrm>
          <a:prstGeom prst="rect">
            <a:avLst/>
          </a:prstGeom>
        </p:spPr>
        <p:txBody>
          <a:bodyPr vert="horz" wrap="square" lIns="180000" tIns="180000" rIns="180000" bIns="180000" rtlCol="0" anchor="ctr">
            <a:spAutoFit/>
          </a:bodyPr>
          <a:lstStyle/>
          <a:p>
            <a:r>
              <a:rPr lang="nl-NL"/>
              <a:t>titel</a:t>
            </a:r>
          </a:p>
        </p:txBody>
      </p:sp>
      <p:sp>
        <p:nvSpPr>
          <p:cNvPr id="3" name="Tijdelijke aanduiding voor tekst 2"/>
          <p:cNvSpPr>
            <a:spLocks noGrp="1"/>
          </p:cNvSpPr>
          <p:nvPr>
            <p:ph type="body" idx="1"/>
          </p:nvPr>
        </p:nvSpPr>
        <p:spPr>
          <a:xfrm>
            <a:off x="838200" y="2943401"/>
            <a:ext cx="6251222" cy="2115790"/>
          </a:xfrm>
          <a:prstGeom prst="rect">
            <a:avLst/>
          </a:prstGeom>
          <a:solidFill>
            <a:srgbClr val="E40086"/>
          </a:solidFill>
        </p:spPr>
        <p:txBody>
          <a:bodyPr vert="horz" wrap="square" lIns="180000" tIns="180000" rIns="180000" bIns="180000" rtlCol="0" anchor="ctr">
            <a:spAutoFit/>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FFCA0D-2711-480F-ADA0-3FCA85C78813}" type="datetimeFigureOut">
              <a:rPr lang="nl-NL" smtClean="0"/>
              <a:t>10-3-2026</a:t>
            </a:fld>
            <a:endParaRPr lang="nl-NL"/>
          </a:p>
        </p:txBody>
      </p:sp>
      <p:sp>
        <p:nvSpPr>
          <p:cNvPr id="5" name="Tijdelijke aanduiding voor voet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NL"/>
          </a:p>
        </p:txBody>
      </p:sp>
      <p:sp>
        <p:nvSpPr>
          <p:cNvPr id="6" name="Tijdelijke aanduiding voor dia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51E913-7DDD-4E94-BBD3-FD8E34457B99}" type="slidenum">
              <a:rPr lang="nl-NL" smtClean="0"/>
              <a:t>‹#›</a:t>
            </a:fld>
            <a:endParaRPr lang="nl-NL"/>
          </a:p>
        </p:txBody>
      </p:sp>
    </p:spTree>
    <p:extLst>
      <p:ext uri="{BB962C8B-B14F-4D97-AF65-F5344CB8AC3E}">
        <p14:creationId xmlns:p14="http://schemas.microsoft.com/office/powerpoint/2010/main" val="20623880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2000" advClick="0" advTm="5492">
        <p:push dir="u"/>
      </p:transition>
    </mc:Choice>
    <mc:Fallback xmlns="">
      <p:transition spd="slow" advClick="0" advTm="5492">
        <p:push dir="u"/>
      </p:transition>
    </mc:Fallback>
  </mc:AlternateContent>
  <p:txStyles>
    <p:titleStyle>
      <a:lvl1pPr algn="ctr" defTabSz="914400" rtl="0" eaLnBrk="1" latinLnBrk="0" hangingPunct="1">
        <a:lnSpc>
          <a:spcPct val="90000"/>
        </a:lnSpc>
        <a:spcBef>
          <a:spcPct val="0"/>
        </a:spcBef>
        <a:buNone/>
        <a:defRPr sz="4400" b="1" kern="1200">
          <a:solidFill>
            <a:srgbClr val="663266"/>
          </a:solidFill>
          <a:latin typeface="Arial" panose="020B0604020202020204" pitchFamily="34" charset="0"/>
          <a:ea typeface="+mj-ea"/>
          <a:cs typeface="Arial" panose="020B0604020202020204" pitchFamily="34" charset="0"/>
        </a:defRPr>
      </a:lvl1pPr>
    </p:titleStyle>
    <p:bodyStyle>
      <a:lvl1pPr marL="228600" indent="-228600" algn="ctr"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Afbeelding 6">
            <a:extLst>
              <a:ext uri="{FF2B5EF4-FFF2-40B4-BE49-F238E27FC236}">
                <a16:creationId xmlns:a16="http://schemas.microsoft.com/office/drawing/2014/main" id="{6A4BE0C7-2FE7-174E-903D-40F0075BB41D}"/>
              </a:ext>
            </a:extLst>
          </p:cNvPr>
          <p:cNvPicPr>
            <a:picLocks noChangeAspect="1"/>
          </p:cNvPicPr>
          <p:nvPr userDrawn="1"/>
        </p:nvPicPr>
        <p:blipFill>
          <a:blip r:embed="rId12"/>
          <a:srcRect/>
          <a:stretch/>
        </p:blipFill>
        <p:spPr>
          <a:xfrm>
            <a:off x="0" y="0"/>
            <a:ext cx="12192000" cy="6858000"/>
          </a:xfrm>
          <a:prstGeom prst="rect">
            <a:avLst/>
          </a:prstGeom>
          <a:noFill/>
        </p:spPr>
      </p:pic>
      <p:sp>
        <p:nvSpPr>
          <p:cNvPr id="2" name="Tijdelijke aanduiding voor titel 1"/>
          <p:cNvSpPr>
            <a:spLocks noGrp="1"/>
          </p:cNvSpPr>
          <p:nvPr>
            <p:ph type="title"/>
          </p:nvPr>
        </p:nvSpPr>
        <p:spPr>
          <a:xfrm>
            <a:off x="283200" y="275167"/>
            <a:ext cx="11630400" cy="1143000"/>
          </a:xfrm>
          <a:prstGeom prst="rect">
            <a:avLst/>
          </a:prstGeom>
        </p:spPr>
        <p:txBody>
          <a:bodyPr vert="horz" lIns="90000" tIns="45720" rIns="91440" bIns="45720" rtlCol="0" anchor="ctr">
            <a:normAutofit/>
          </a:bodyPr>
          <a:lstStyle/>
          <a:p>
            <a:r>
              <a:rPr lang="en-GB" noProof="0"/>
              <a:t>Title of presentation</a:t>
            </a:r>
          </a:p>
        </p:txBody>
      </p:sp>
      <p:sp>
        <p:nvSpPr>
          <p:cNvPr id="3" name="Tijdelijke aanduiding voor tekst 2"/>
          <p:cNvSpPr>
            <a:spLocks noGrp="1"/>
          </p:cNvSpPr>
          <p:nvPr>
            <p:ph type="body" idx="1"/>
          </p:nvPr>
        </p:nvSpPr>
        <p:spPr>
          <a:xfrm>
            <a:off x="283201" y="1600201"/>
            <a:ext cx="11630399" cy="3832776"/>
          </a:xfrm>
          <a:prstGeom prst="rect">
            <a:avLst/>
          </a:prstGeom>
        </p:spPr>
        <p:txBody>
          <a:bodyPr vert="horz" lIns="91440" tIns="45720" rIns="91440" bIns="45720" rtlCol="0">
            <a:normAutofit/>
          </a:bodyPr>
          <a:lstStyle/>
          <a:p>
            <a:pPr lvl="0"/>
            <a:r>
              <a:rPr lang="en-GB" noProof="0"/>
              <a:t>Click to add text</a:t>
            </a:r>
          </a:p>
        </p:txBody>
      </p:sp>
      <p:sp>
        <p:nvSpPr>
          <p:cNvPr id="10" name="Tijdelijke aanduiding voor voettekst 4"/>
          <p:cNvSpPr>
            <a:spLocks noGrp="1"/>
          </p:cNvSpPr>
          <p:nvPr>
            <p:ph type="ftr" sz="quarter" idx="3"/>
          </p:nvPr>
        </p:nvSpPr>
        <p:spPr>
          <a:xfrm>
            <a:off x="2145792" y="6173788"/>
            <a:ext cx="8332608" cy="365125"/>
          </a:xfrm>
          <a:prstGeom prst="rect">
            <a:avLst/>
          </a:prstGeom>
        </p:spPr>
        <p:txBody>
          <a:bodyPr vert="horz" lIns="91440" tIns="45720" rIns="91440" bIns="45720" rtlCol="0" anchor="ctr"/>
          <a:lstStyle>
            <a:lvl1pPr algn="ctr">
              <a:defRPr sz="1600">
                <a:solidFill>
                  <a:schemeClr val="tx1">
                    <a:tint val="75000"/>
                  </a:schemeClr>
                </a:solidFill>
                <a:latin typeface="Arial"/>
                <a:cs typeface="Arial"/>
              </a:defRPr>
            </a:lvl1pPr>
          </a:lstStyle>
          <a:p>
            <a:endParaRPr lang="nl-NL"/>
          </a:p>
        </p:txBody>
      </p:sp>
      <p:sp>
        <p:nvSpPr>
          <p:cNvPr id="11" name="Tijdelijke aanduiding voor dianummer 5"/>
          <p:cNvSpPr>
            <a:spLocks noGrp="1"/>
          </p:cNvSpPr>
          <p:nvPr>
            <p:ph type="sldNum" sz="quarter" idx="4"/>
          </p:nvPr>
        </p:nvSpPr>
        <p:spPr>
          <a:xfrm>
            <a:off x="10804801" y="6172800"/>
            <a:ext cx="1106396" cy="365125"/>
          </a:xfrm>
          <a:prstGeom prst="rect">
            <a:avLst/>
          </a:prstGeom>
        </p:spPr>
        <p:txBody>
          <a:bodyPr vert="horz" lIns="91440" tIns="45720" rIns="91440" bIns="45720" rtlCol="0" anchor="ctr"/>
          <a:lstStyle>
            <a:lvl1pPr algn="r">
              <a:defRPr sz="1600">
                <a:solidFill>
                  <a:schemeClr val="tx1">
                    <a:tint val="75000"/>
                  </a:schemeClr>
                </a:solidFill>
                <a:latin typeface="Arial"/>
                <a:cs typeface="Arial"/>
              </a:defRPr>
            </a:lvl1pPr>
          </a:lstStyle>
          <a:p>
            <a:fld id="{CC1A7FFB-7E9A-E347-8F80-8E2C647B3625}" type="slidenum">
              <a:rPr lang="nl-NL" smtClean="0"/>
              <a:pPr/>
              <a:t>‹#›</a:t>
            </a:fld>
            <a:endParaRPr lang="nl-NL"/>
          </a:p>
        </p:txBody>
      </p:sp>
    </p:spTree>
    <p:extLst>
      <p:ext uri="{BB962C8B-B14F-4D97-AF65-F5344CB8AC3E}">
        <p14:creationId xmlns:p14="http://schemas.microsoft.com/office/powerpoint/2010/main" val="3090018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609585" rtl="0" eaLnBrk="1" latinLnBrk="0" hangingPunct="1">
        <a:spcBef>
          <a:spcPct val="0"/>
        </a:spcBef>
        <a:buNone/>
        <a:defRPr sz="4267" b="1" kern="1200" baseline="0">
          <a:solidFill>
            <a:srgbClr val="660066"/>
          </a:solidFill>
          <a:latin typeface="Arial"/>
          <a:ea typeface="+mj-ea"/>
          <a:cs typeface="Arial"/>
        </a:defRPr>
      </a:lvl1pPr>
    </p:titleStyle>
    <p:bodyStyle>
      <a:lvl1pPr marL="457189" indent="-457189" algn="l" defTabSz="609585" rtl="0" eaLnBrk="1" latinLnBrk="0" hangingPunct="1">
        <a:spcBef>
          <a:spcPct val="20000"/>
        </a:spcBef>
        <a:buFont typeface="Arial"/>
        <a:buChar char="•"/>
        <a:defRPr sz="3200" kern="1200">
          <a:solidFill>
            <a:schemeClr val="tx1"/>
          </a:solidFill>
          <a:latin typeface="Arial"/>
          <a:ea typeface="+mn-ea"/>
          <a:cs typeface="Arial"/>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nl-NL"/>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663266"/>
        </a:solidFill>
        <a:effectLst/>
      </p:bgPr>
    </p:bg>
    <p:spTree>
      <p:nvGrpSpPr>
        <p:cNvPr id="1" name=""/>
        <p:cNvGrpSpPr/>
        <p:nvPr/>
      </p:nvGrpSpPr>
      <p:grpSpPr>
        <a:xfrm>
          <a:off x="0" y="0"/>
          <a:ext cx="0" cy="0"/>
          <a:chOff x="0" y="0"/>
          <a:chExt cx="0" cy="0"/>
        </a:xfrm>
      </p:grpSpPr>
      <p:pic>
        <p:nvPicPr>
          <p:cNvPr id="5" name="Afbeelding 4">
            <a:extLst>
              <a:ext uri="{FF2B5EF4-FFF2-40B4-BE49-F238E27FC236}">
                <a16:creationId xmlns:a16="http://schemas.microsoft.com/office/drawing/2014/main" id="{5EC7F692-F82F-3058-C5BA-1348FDF35FCA}"/>
              </a:ext>
            </a:extLst>
          </p:cNvPr>
          <p:cNvPicPr>
            <a:picLocks noChangeAspect="1"/>
          </p:cNvPicPr>
          <p:nvPr/>
        </p:nvPicPr>
        <p:blipFill>
          <a:blip r:embed="rId3" cstate="screen">
            <a:alphaModFix amt="36000"/>
            <a:extLst>
              <a:ext uri="{28A0092B-C50C-407E-A947-70E740481C1C}">
                <a14:useLocalDpi xmlns:a14="http://schemas.microsoft.com/office/drawing/2010/main"/>
              </a:ext>
            </a:extLst>
          </a:blip>
          <a:srcRect/>
          <a:stretch/>
        </p:blipFill>
        <p:spPr>
          <a:xfrm>
            <a:off x="1905000" y="0"/>
            <a:ext cx="10287000" cy="6858000"/>
          </a:xfrm>
          <a:prstGeom prst="rect">
            <a:avLst/>
          </a:prstGeom>
        </p:spPr>
      </p:pic>
      <p:pic>
        <p:nvPicPr>
          <p:cNvPr id="3" name="Afbeelding 2">
            <a:extLst>
              <a:ext uri="{FF2B5EF4-FFF2-40B4-BE49-F238E27FC236}">
                <a16:creationId xmlns:a16="http://schemas.microsoft.com/office/drawing/2014/main" id="{399D2AE3-661F-354C-99D2-85C886F55F7D}"/>
              </a:ext>
            </a:extLst>
          </p:cNvPr>
          <p:cNvPicPr>
            <a:picLocks noChangeAspect="1"/>
          </p:cNvPicPr>
          <p:nvPr/>
        </p:nvPicPr>
        <p:blipFill rotWithShape="1">
          <a:blip r:embed="rId4" cstate="hqprint">
            <a:extLst>
              <a:ext uri="{28A0092B-C50C-407E-A947-70E740481C1C}">
                <a14:useLocalDpi xmlns:a14="http://schemas.microsoft.com/office/drawing/2010/main"/>
              </a:ext>
            </a:extLst>
          </a:blip>
          <a:srcRect/>
          <a:stretch/>
        </p:blipFill>
        <p:spPr>
          <a:xfrm>
            <a:off x="1122067" y="0"/>
            <a:ext cx="3976577" cy="6858000"/>
          </a:xfrm>
          <a:prstGeom prst="rect">
            <a:avLst/>
          </a:prstGeom>
        </p:spPr>
      </p:pic>
      <p:sp>
        <p:nvSpPr>
          <p:cNvPr id="9" name="Tekstvak 8">
            <a:extLst>
              <a:ext uri="{FF2B5EF4-FFF2-40B4-BE49-F238E27FC236}">
                <a16:creationId xmlns:a16="http://schemas.microsoft.com/office/drawing/2014/main" id="{A073F8C1-6775-5D48-AD91-23203B2FBB67}"/>
              </a:ext>
            </a:extLst>
          </p:cNvPr>
          <p:cNvSpPr txBox="1"/>
          <p:nvPr/>
        </p:nvSpPr>
        <p:spPr>
          <a:xfrm>
            <a:off x="389776" y="1489227"/>
            <a:ext cx="7585824" cy="833663"/>
          </a:xfrm>
          <a:prstGeom prst="rect">
            <a:avLst/>
          </a:prstGeom>
          <a:solidFill>
            <a:schemeClr val="bg1"/>
          </a:solidFill>
        </p:spPr>
        <p:txBody>
          <a:bodyPr wrap="square" lIns="180000" tIns="108000" rIns="180000" bIns="108000" rtlCol="0">
            <a:spAutoFit/>
          </a:bodyPr>
          <a:lstStyle/>
          <a:p>
            <a:r>
              <a:rPr lang="nl-NL" sz="4000" b="1" dirty="0">
                <a:solidFill>
                  <a:srgbClr val="663266"/>
                </a:solidFill>
                <a:latin typeface="Arial" panose="020B0604020202020204" pitchFamily="34" charset="0"/>
                <a:cs typeface="Arial" panose="020B0604020202020204" pitchFamily="34" charset="0"/>
              </a:rPr>
              <a:t>Name: David Hadzhiivanov</a:t>
            </a:r>
          </a:p>
        </p:txBody>
      </p:sp>
      <p:sp>
        <p:nvSpPr>
          <p:cNvPr id="12" name="Tekstvak 11">
            <a:extLst>
              <a:ext uri="{FF2B5EF4-FFF2-40B4-BE49-F238E27FC236}">
                <a16:creationId xmlns:a16="http://schemas.microsoft.com/office/drawing/2014/main" id="{F1DED566-BAFB-EB49-86BC-C1E81EB62E58}"/>
              </a:ext>
            </a:extLst>
          </p:cNvPr>
          <p:cNvSpPr txBox="1"/>
          <p:nvPr/>
        </p:nvSpPr>
        <p:spPr>
          <a:xfrm>
            <a:off x="389777" y="642308"/>
            <a:ext cx="3379790" cy="710552"/>
          </a:xfrm>
          <a:prstGeom prst="rect">
            <a:avLst/>
          </a:prstGeom>
          <a:solidFill>
            <a:srgbClr val="E40086"/>
          </a:solidFill>
        </p:spPr>
        <p:txBody>
          <a:bodyPr wrap="square" lIns="180000" tIns="108000" rIns="180000" bIns="108000" rtlCol="0">
            <a:spAutoFit/>
          </a:bodyPr>
          <a:lstStyle/>
          <a:p>
            <a:r>
              <a:rPr lang="en-US" sz="3200" b="1">
                <a:solidFill>
                  <a:schemeClr val="bg1"/>
                </a:solidFill>
                <a:latin typeface="Arial" panose="020B0604020202020204" pitchFamily="34" charset="0"/>
                <a:cs typeface="Arial" panose="020B0604020202020204" pitchFamily="34" charset="0"/>
              </a:rPr>
              <a:t>S</a:t>
            </a:r>
            <a:r>
              <a:rPr lang="nl-NL" sz="3200" b="1" err="1">
                <a:solidFill>
                  <a:schemeClr val="bg1"/>
                </a:solidFill>
                <a:latin typeface="Arial" panose="020B0604020202020204" pitchFamily="34" charset="0"/>
                <a:cs typeface="Arial" panose="020B0604020202020204" pitchFamily="34" charset="0"/>
              </a:rPr>
              <a:t>how</a:t>
            </a:r>
            <a:r>
              <a:rPr lang="nl-NL" sz="3200" b="1">
                <a:solidFill>
                  <a:schemeClr val="bg1"/>
                </a:solidFill>
                <a:latin typeface="Arial" panose="020B0604020202020204" pitchFamily="34" charset="0"/>
                <a:cs typeface="Arial" panose="020B0604020202020204" pitchFamily="34" charset="0"/>
              </a:rPr>
              <a:t> </a:t>
            </a:r>
            <a:r>
              <a:rPr lang="nl-NL" sz="3200" b="1" err="1">
                <a:solidFill>
                  <a:schemeClr val="bg1"/>
                </a:solidFill>
                <a:latin typeface="Arial" panose="020B0604020202020204" pitchFamily="34" charset="0"/>
                <a:cs typeface="Arial" panose="020B0604020202020204" pitchFamily="34" charset="0"/>
              </a:rPr>
              <a:t>and</a:t>
            </a:r>
            <a:r>
              <a:rPr lang="nl-NL" sz="3200" b="1">
                <a:solidFill>
                  <a:schemeClr val="bg1"/>
                </a:solidFill>
                <a:latin typeface="Arial" panose="020B0604020202020204" pitchFamily="34" charset="0"/>
                <a:cs typeface="Arial" panose="020B0604020202020204" pitchFamily="34" charset="0"/>
              </a:rPr>
              <a:t> </a:t>
            </a:r>
            <a:r>
              <a:rPr lang="nl-NL" sz="3200" b="1" err="1">
                <a:solidFill>
                  <a:schemeClr val="bg1"/>
                </a:solidFill>
                <a:latin typeface="Arial" panose="020B0604020202020204" pitchFamily="34" charset="0"/>
                <a:cs typeface="Arial" panose="020B0604020202020204" pitchFamily="34" charset="0"/>
              </a:rPr>
              <a:t>grow</a:t>
            </a:r>
            <a:endParaRPr lang="nl-NL" sz="3200" b="1">
              <a:solidFill>
                <a:schemeClr val="bg1"/>
              </a:solidFill>
              <a:latin typeface="Arial" panose="020B0604020202020204" pitchFamily="34" charset="0"/>
              <a:cs typeface="Arial" panose="020B0604020202020204" pitchFamily="34" charset="0"/>
            </a:endParaRPr>
          </a:p>
        </p:txBody>
      </p:sp>
      <p:pic>
        <p:nvPicPr>
          <p:cNvPr id="13" name="Afbeelding 12">
            <a:extLst>
              <a:ext uri="{FF2B5EF4-FFF2-40B4-BE49-F238E27FC236}">
                <a16:creationId xmlns:a16="http://schemas.microsoft.com/office/drawing/2014/main" id="{AB4ED022-7F7E-6745-A55D-2102814A01E6}"/>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89777" y="5556293"/>
            <a:ext cx="2290794" cy="972550"/>
          </a:xfrm>
          <a:prstGeom prst="rect">
            <a:avLst/>
          </a:prstGeom>
        </p:spPr>
      </p:pic>
    </p:spTree>
    <p:extLst>
      <p:ext uri="{BB962C8B-B14F-4D97-AF65-F5344CB8AC3E}">
        <p14:creationId xmlns:p14="http://schemas.microsoft.com/office/powerpoint/2010/main" val="24389977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B94BE-CF97-5711-CA79-26B3FBCF315E}"/>
            </a:ext>
          </a:extLst>
        </p:cNvPr>
        <p:cNvGrpSpPr/>
        <p:nvPr/>
      </p:nvGrpSpPr>
      <p:grpSpPr>
        <a:xfrm>
          <a:off x="0" y="0"/>
          <a:ext cx="0" cy="0"/>
          <a:chOff x="0" y="0"/>
          <a:chExt cx="0" cy="0"/>
        </a:xfrm>
      </p:grpSpPr>
      <p:pic>
        <p:nvPicPr>
          <p:cNvPr id="3" name="Afbeelding 2">
            <a:extLst>
              <a:ext uri="{FF2B5EF4-FFF2-40B4-BE49-F238E27FC236}">
                <a16:creationId xmlns:a16="http://schemas.microsoft.com/office/drawing/2014/main" id="{07A6682C-479C-6A06-0645-91EEBC119EE0}"/>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a:off x="0" y="0"/>
            <a:ext cx="1356090" cy="6858000"/>
          </a:xfrm>
          <a:prstGeom prst="rect">
            <a:avLst/>
          </a:prstGeom>
        </p:spPr>
      </p:pic>
      <p:sp>
        <p:nvSpPr>
          <p:cNvPr id="12" name="Tekstvak 11">
            <a:extLst>
              <a:ext uri="{FF2B5EF4-FFF2-40B4-BE49-F238E27FC236}">
                <a16:creationId xmlns:a16="http://schemas.microsoft.com/office/drawing/2014/main" id="{C3BDE685-3F4A-5B80-D3B0-CE2ED127591F}"/>
              </a:ext>
            </a:extLst>
          </p:cNvPr>
          <p:cNvSpPr txBox="1"/>
          <p:nvPr/>
        </p:nvSpPr>
        <p:spPr>
          <a:xfrm>
            <a:off x="389777" y="642308"/>
            <a:ext cx="10051178" cy="710552"/>
          </a:xfrm>
          <a:prstGeom prst="rect">
            <a:avLst/>
          </a:prstGeom>
          <a:solidFill>
            <a:srgbClr val="E40086"/>
          </a:solidFill>
        </p:spPr>
        <p:txBody>
          <a:bodyPr wrap="square" lIns="180000" tIns="108000" rIns="180000" bIns="108000" rtlCol="0">
            <a:spAutoFit/>
          </a:bodyPr>
          <a:lstStyle/>
          <a:p>
            <a:r>
              <a:rPr lang="nl-NL" sz="3200" b="1" err="1">
                <a:solidFill>
                  <a:schemeClr val="bg1"/>
                </a:solidFill>
                <a:latin typeface="Arial" panose="020B0604020202020204" pitchFamily="34" charset="0"/>
                <a:cs typeface="Arial" panose="020B0604020202020204" pitchFamily="34" charset="0"/>
              </a:rPr>
              <a:t>Instructions</a:t>
            </a:r>
            <a:endParaRPr lang="nl-NL" sz="1600">
              <a:solidFill>
                <a:schemeClr val="bg1"/>
              </a:solidFill>
              <a:latin typeface="Arial" panose="020B0604020202020204" pitchFamily="34" charset="0"/>
              <a:cs typeface="Arial" panose="020B0604020202020204" pitchFamily="34" charset="0"/>
            </a:endParaRPr>
          </a:p>
        </p:txBody>
      </p:sp>
      <p:pic>
        <p:nvPicPr>
          <p:cNvPr id="13" name="Afbeelding 12">
            <a:extLst>
              <a:ext uri="{FF2B5EF4-FFF2-40B4-BE49-F238E27FC236}">
                <a16:creationId xmlns:a16="http://schemas.microsoft.com/office/drawing/2014/main" id="{FFE298FA-170A-3D60-56CF-813F7E52DDD2}"/>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r="57818"/>
          <a:stretch/>
        </p:blipFill>
        <p:spPr>
          <a:xfrm>
            <a:off x="389777" y="5556293"/>
            <a:ext cx="966313" cy="972550"/>
          </a:xfrm>
          <a:prstGeom prst="rect">
            <a:avLst/>
          </a:prstGeom>
        </p:spPr>
      </p:pic>
      <p:sp>
        <p:nvSpPr>
          <p:cNvPr id="4" name="Tijdelijke aanduiding voor inhoud 2">
            <a:extLst>
              <a:ext uri="{FF2B5EF4-FFF2-40B4-BE49-F238E27FC236}">
                <a16:creationId xmlns:a16="http://schemas.microsoft.com/office/drawing/2014/main" id="{B1238F42-9EBC-6D66-44B1-25865CC2E42D}"/>
              </a:ext>
            </a:extLst>
          </p:cNvPr>
          <p:cNvSpPr txBox="1">
            <a:spLocks/>
          </p:cNvSpPr>
          <p:nvPr/>
        </p:nvSpPr>
        <p:spPr>
          <a:xfrm>
            <a:off x="1356090" y="1380359"/>
            <a:ext cx="10269900" cy="3510184"/>
          </a:xfrm>
          <a:prstGeom prst="rect">
            <a:avLst/>
          </a:prstGeom>
        </p:spPr>
        <p:txBody>
          <a:bodyPr>
            <a:normAutofit fontScale="40000" lnSpcReduction="20000"/>
          </a:bodyPr>
          <a:lstStyle>
            <a:lvl1pPr marL="222250" indent="-222250" algn="l" defTabSz="457200" rtl="0" eaLnBrk="1" latinLnBrk="0" hangingPunct="1">
              <a:spcBef>
                <a:spcPct val="20000"/>
              </a:spcBef>
              <a:buFont typeface="Wingdings" pitchFamily="2" charset="2"/>
              <a:buChar char="§"/>
              <a:tabLst/>
              <a:defRPr sz="2000" kern="1200">
                <a:solidFill>
                  <a:schemeClr val="tx1">
                    <a:lumMod val="50000"/>
                  </a:schemeClr>
                </a:solidFill>
                <a:latin typeface="Arial"/>
                <a:ea typeface="+mn-ea"/>
                <a:cs typeface="Arial"/>
              </a:defRPr>
            </a:lvl1pPr>
            <a:lvl2pPr marL="666750" indent="-209550" algn="l" defTabSz="457200" rtl="0" eaLnBrk="1" latinLnBrk="0" hangingPunct="1">
              <a:spcBef>
                <a:spcPct val="20000"/>
              </a:spcBef>
              <a:buFont typeface="Arial"/>
              <a:buChar char="–"/>
              <a:tabLst/>
              <a:defRPr sz="1800" kern="1200">
                <a:solidFill>
                  <a:schemeClr val="tx1">
                    <a:lumMod val="50000"/>
                  </a:schemeClr>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0">
              <a:lnSpc>
                <a:spcPct val="150000"/>
              </a:lnSpc>
              <a:buBlip>
                <a:blip r:embed="rId5"/>
              </a:buBlip>
              <a:defRPr/>
            </a:pPr>
            <a:r>
              <a:rPr lang="en-US" sz="3500" b="1" dirty="0"/>
              <a:t>Goal:</a:t>
            </a:r>
            <a:r>
              <a:rPr lang="en-US" sz="3500" dirty="0"/>
              <a:t> </a:t>
            </a:r>
          </a:p>
          <a:p>
            <a:pPr lvl="1">
              <a:lnSpc>
                <a:spcPct val="120000"/>
              </a:lnSpc>
              <a:buBlip>
                <a:blip r:embed="rId5"/>
              </a:buBlip>
              <a:defRPr/>
            </a:pPr>
            <a:r>
              <a:rPr lang="en-US" sz="2500" dirty="0">
                <a:latin typeface="Arial"/>
                <a:cs typeface="Arial"/>
              </a:rPr>
              <a:t>Present a demo and analyze its connection to one or more Learning Outcomes (LOs) and the next step on the development scale.</a:t>
            </a:r>
          </a:p>
          <a:p>
            <a:pPr lvl="2">
              <a:lnSpc>
                <a:spcPct val="120000"/>
              </a:lnSpc>
              <a:buBlip>
                <a:blip r:embed="rId5"/>
              </a:buBlip>
              <a:defRPr/>
            </a:pPr>
            <a:r>
              <a:rPr lang="en-US" sz="2500" dirty="0">
                <a:latin typeface="Arial"/>
                <a:cs typeface="Arial"/>
              </a:rPr>
              <a:t>The demo can contain pieces of case studies, </a:t>
            </a:r>
            <a:r>
              <a:rPr lang="en-US" sz="2500" dirty="0" err="1">
                <a:latin typeface="Arial"/>
                <a:cs typeface="Arial"/>
              </a:rPr>
              <a:t>proftask</a:t>
            </a:r>
            <a:r>
              <a:rPr lang="en-US" sz="2500" dirty="0">
                <a:latin typeface="Arial"/>
                <a:cs typeface="Arial"/>
              </a:rPr>
              <a:t>, PRP or own work</a:t>
            </a:r>
          </a:p>
          <a:p>
            <a:pPr lvl="0">
              <a:lnSpc>
                <a:spcPct val="150000"/>
              </a:lnSpc>
              <a:buBlip>
                <a:blip r:embed="rId5"/>
              </a:buBlip>
              <a:defRPr/>
            </a:pPr>
            <a:r>
              <a:rPr lang="en-US" sz="3500" b="1" dirty="0"/>
              <a:t>Your Preparation (This PowerPoint):</a:t>
            </a:r>
            <a:endParaRPr lang="en-US" sz="3500" dirty="0"/>
          </a:p>
          <a:p>
            <a:pPr lvl="1">
              <a:lnSpc>
                <a:spcPct val="120000"/>
              </a:lnSpc>
            </a:pPr>
            <a:r>
              <a:rPr lang="en-US" sz="2500" b="1" dirty="0">
                <a:latin typeface="Arial"/>
                <a:cs typeface="Arial"/>
              </a:rPr>
              <a:t>Demo (The 'How'): </a:t>
            </a:r>
            <a:r>
              <a:rPr lang="en-US" sz="2500" dirty="0">
                <a:latin typeface="Arial"/>
                <a:cs typeface="Arial"/>
              </a:rPr>
              <a:t>What will you show live? (No reading documents!)</a:t>
            </a:r>
            <a:endParaRPr lang="en-US" sz="2500" b="1" dirty="0">
              <a:latin typeface="Arial"/>
              <a:cs typeface="Arial"/>
            </a:endParaRPr>
          </a:p>
          <a:p>
            <a:pPr lvl="1">
              <a:lnSpc>
                <a:spcPct val="120000"/>
              </a:lnSpc>
            </a:pPr>
            <a:r>
              <a:rPr lang="en-US" sz="2500" b="1" dirty="0">
                <a:latin typeface="Arial"/>
                <a:cs typeface="Arial"/>
              </a:rPr>
              <a:t>Research (The 'Why'): </a:t>
            </a:r>
            <a:r>
              <a:rPr lang="en-US" sz="2500" dirty="0">
                <a:latin typeface="Arial"/>
                <a:cs typeface="Arial"/>
              </a:rPr>
              <a:t>How did your research lead to this solution? (Prepare 1 slide: e.g., show a comparison, a key finding, or a design decision).</a:t>
            </a:r>
          </a:p>
          <a:p>
            <a:pPr lvl="1">
              <a:lnSpc>
                <a:spcPct val="120000"/>
              </a:lnSpc>
            </a:pPr>
            <a:r>
              <a:rPr lang="en-US" sz="2500" b="1" dirty="0">
                <a:latin typeface="Arial"/>
                <a:cs typeface="Arial"/>
              </a:rPr>
              <a:t>Evidence: </a:t>
            </a:r>
            <a:r>
              <a:rPr lang="en-US" sz="2500" dirty="0">
                <a:latin typeface="Arial"/>
                <a:cs typeface="Arial"/>
              </a:rPr>
              <a:t>Which portfolio product supports this?</a:t>
            </a:r>
          </a:p>
          <a:p>
            <a:pPr lvl="1">
              <a:lnSpc>
                <a:spcPct val="120000"/>
              </a:lnSpc>
            </a:pPr>
            <a:r>
              <a:rPr lang="en-US" sz="2500" b="1" dirty="0">
                <a:latin typeface="Arial"/>
                <a:cs typeface="Arial"/>
              </a:rPr>
              <a:t>Growth (The 'Step-Up'): </a:t>
            </a:r>
            <a:r>
              <a:rPr lang="en-US" sz="2500" dirty="0">
                <a:latin typeface="Arial"/>
                <a:cs typeface="Arial"/>
              </a:rPr>
              <a:t>How does this work show growth in complexity or quality compared to your previous work? (Be ready to compare: "Last time I did X, now I am doing Y, which is more complex because...").</a:t>
            </a:r>
          </a:p>
          <a:p>
            <a:pPr lvl="1">
              <a:lnSpc>
                <a:spcPct val="120000"/>
              </a:lnSpc>
            </a:pPr>
            <a:r>
              <a:rPr lang="en-US" sz="2500" b="1" dirty="0">
                <a:latin typeface="Arial"/>
                <a:cs typeface="Arial"/>
              </a:rPr>
              <a:t>Reflection: </a:t>
            </a:r>
            <a:r>
              <a:rPr lang="en-US" sz="2500" dirty="0">
                <a:latin typeface="Arial"/>
                <a:cs typeface="Arial"/>
              </a:rPr>
              <a:t>How does this link to which LO’s and the development scale?</a:t>
            </a:r>
            <a:endParaRPr lang="en-US" sz="2500" b="1" dirty="0"/>
          </a:p>
          <a:p>
            <a:pPr lvl="0">
              <a:lnSpc>
                <a:spcPct val="150000"/>
              </a:lnSpc>
              <a:buBlip>
                <a:blip r:embed="rId5"/>
              </a:buBlip>
              <a:defRPr/>
            </a:pPr>
            <a:r>
              <a:rPr lang="en-US" sz="3500" b="1" dirty="0"/>
              <a:t>After the Show &amp; Grow (Mandatory):</a:t>
            </a:r>
          </a:p>
          <a:p>
            <a:pPr lvl="1">
              <a:lnSpc>
                <a:spcPct val="120000"/>
              </a:lnSpc>
              <a:defRPr/>
            </a:pPr>
            <a:r>
              <a:rPr lang="en-US" sz="2500" b="1" dirty="0">
                <a:latin typeface="Arial"/>
                <a:cs typeface="Arial"/>
              </a:rPr>
              <a:t>Upload to Portfolio: </a:t>
            </a:r>
            <a:r>
              <a:rPr lang="en-US" sz="2500" dirty="0">
                <a:latin typeface="Arial"/>
                <a:cs typeface="Arial"/>
              </a:rPr>
              <a:t>Upload this completed presentation to </a:t>
            </a:r>
            <a:r>
              <a:rPr lang="en-US" sz="2500" dirty="0" err="1">
                <a:latin typeface="Arial"/>
                <a:cs typeface="Arial"/>
              </a:rPr>
              <a:t>Portflow</a:t>
            </a:r>
            <a:r>
              <a:rPr lang="en-US" sz="2500" dirty="0">
                <a:latin typeface="Arial"/>
                <a:cs typeface="Arial"/>
              </a:rPr>
              <a:t>.</a:t>
            </a:r>
          </a:p>
          <a:p>
            <a:pPr lvl="1">
              <a:lnSpc>
                <a:spcPct val="120000"/>
              </a:lnSpc>
              <a:defRPr/>
            </a:pPr>
            <a:r>
              <a:rPr lang="en-US" sz="2500" b="1" dirty="0">
                <a:latin typeface="Arial"/>
                <a:cs typeface="Arial"/>
              </a:rPr>
              <a:t>Link to LO’s: </a:t>
            </a:r>
            <a:r>
              <a:rPr lang="en-US" sz="2500" dirty="0">
                <a:latin typeface="Arial"/>
                <a:cs typeface="Arial"/>
              </a:rPr>
              <a:t>Link this new evidence to the specific Learning Outcomes you demonstrated during the session.</a:t>
            </a:r>
          </a:p>
          <a:p>
            <a:pPr lvl="1">
              <a:lnSpc>
                <a:spcPct val="120000"/>
              </a:lnSpc>
              <a:defRPr/>
            </a:pPr>
            <a:r>
              <a:rPr lang="en-US" sz="2500" b="1" dirty="0">
                <a:latin typeface="Arial"/>
                <a:cs typeface="Arial"/>
              </a:rPr>
              <a:t>Reflect: </a:t>
            </a:r>
            <a:r>
              <a:rPr lang="en-US" sz="2500" dirty="0">
                <a:latin typeface="Arial"/>
                <a:cs typeface="Arial"/>
              </a:rPr>
              <a:t>Use the 'Evidence Description' field in </a:t>
            </a:r>
            <a:r>
              <a:rPr lang="en-US" sz="2500" dirty="0" err="1">
                <a:latin typeface="Arial"/>
                <a:cs typeface="Arial"/>
              </a:rPr>
              <a:t>Portflow</a:t>
            </a:r>
            <a:r>
              <a:rPr lang="en-US" sz="2500" dirty="0">
                <a:latin typeface="Arial"/>
                <a:cs typeface="Arial"/>
              </a:rPr>
              <a:t> to reflect on the feedback you received and to confirm the 'Growth Plan' (your next steps) you discussed.</a:t>
            </a:r>
          </a:p>
          <a:p>
            <a:pPr lvl="0">
              <a:lnSpc>
                <a:spcPct val="150000"/>
              </a:lnSpc>
              <a:buBlip>
                <a:blip r:embed="rId5"/>
              </a:buBlip>
              <a:defRPr/>
            </a:pPr>
            <a:endParaRPr lang="en-US" b="1" dirty="0"/>
          </a:p>
          <a:p>
            <a:endParaRPr lang="en-US" sz="2200" dirty="0">
              <a:latin typeface="Arial"/>
              <a:cs typeface="Arial"/>
            </a:endParaRPr>
          </a:p>
        </p:txBody>
      </p:sp>
      <p:pic>
        <p:nvPicPr>
          <p:cNvPr id="6" name="Afbeelding 5">
            <a:extLst>
              <a:ext uri="{FF2B5EF4-FFF2-40B4-BE49-F238E27FC236}">
                <a16:creationId xmlns:a16="http://schemas.microsoft.com/office/drawing/2014/main" id="{C575D7F9-2B01-28C2-02AA-890E1089116D}"/>
              </a:ext>
            </a:extLst>
          </p:cNvPr>
          <p:cNvPicPr>
            <a:picLocks noChangeAspect="1"/>
          </p:cNvPicPr>
          <p:nvPr/>
        </p:nvPicPr>
        <p:blipFill>
          <a:blip r:embed="rId6"/>
          <a:stretch>
            <a:fillRect/>
          </a:stretch>
        </p:blipFill>
        <p:spPr>
          <a:xfrm>
            <a:off x="10833044" y="34756"/>
            <a:ext cx="1337733" cy="1331853"/>
          </a:xfrm>
          <a:prstGeom prst="rect">
            <a:avLst/>
          </a:prstGeom>
        </p:spPr>
      </p:pic>
    </p:spTree>
    <p:extLst>
      <p:ext uri="{BB962C8B-B14F-4D97-AF65-F5344CB8AC3E}">
        <p14:creationId xmlns:p14="http://schemas.microsoft.com/office/powerpoint/2010/main" val="2077909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Afbeelding 2">
            <a:extLst>
              <a:ext uri="{FF2B5EF4-FFF2-40B4-BE49-F238E27FC236}">
                <a16:creationId xmlns:a16="http://schemas.microsoft.com/office/drawing/2014/main" id="{399D2AE3-661F-354C-99D2-85C886F55F7D}"/>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a:off x="0" y="0"/>
            <a:ext cx="1356090" cy="6858000"/>
          </a:xfrm>
          <a:prstGeom prst="rect">
            <a:avLst/>
          </a:prstGeom>
        </p:spPr>
      </p:pic>
      <p:sp>
        <p:nvSpPr>
          <p:cNvPr id="12" name="Tekstvak 11">
            <a:extLst>
              <a:ext uri="{FF2B5EF4-FFF2-40B4-BE49-F238E27FC236}">
                <a16:creationId xmlns:a16="http://schemas.microsoft.com/office/drawing/2014/main" id="{F1DED566-BAFB-EB49-86BC-C1E81EB62E58}"/>
              </a:ext>
            </a:extLst>
          </p:cNvPr>
          <p:cNvSpPr txBox="1"/>
          <p:nvPr/>
        </p:nvSpPr>
        <p:spPr>
          <a:xfrm>
            <a:off x="389777" y="642308"/>
            <a:ext cx="5436257" cy="710552"/>
          </a:xfrm>
          <a:prstGeom prst="rect">
            <a:avLst/>
          </a:prstGeom>
          <a:solidFill>
            <a:srgbClr val="E40086"/>
          </a:solidFill>
        </p:spPr>
        <p:txBody>
          <a:bodyPr wrap="square" lIns="180000" tIns="108000" rIns="180000" bIns="108000" rtlCol="0">
            <a:spAutoFit/>
          </a:bodyPr>
          <a:lstStyle/>
          <a:p>
            <a:r>
              <a:rPr lang="nl-NL" sz="3200" b="1">
                <a:solidFill>
                  <a:schemeClr val="bg1"/>
                </a:solidFill>
              </a:rPr>
              <a:t>Contents </a:t>
            </a:r>
            <a:r>
              <a:rPr lang="nl-NL" sz="1600" b="1">
                <a:solidFill>
                  <a:schemeClr val="bg1"/>
                </a:solidFill>
              </a:rPr>
              <a:t>(Complete </a:t>
            </a:r>
            <a:r>
              <a:rPr lang="nl-NL" sz="1600" b="1" err="1">
                <a:solidFill>
                  <a:schemeClr val="bg1"/>
                </a:solidFill>
              </a:rPr>
              <a:t>session</a:t>
            </a:r>
            <a:r>
              <a:rPr lang="nl-NL" sz="1600" b="1">
                <a:solidFill>
                  <a:schemeClr val="bg1"/>
                </a:solidFill>
              </a:rPr>
              <a:t> 15 minutes max!)</a:t>
            </a:r>
            <a:endParaRPr lang="nl-NL" sz="1600">
              <a:solidFill>
                <a:schemeClr val="bg1"/>
              </a:solidFill>
              <a:latin typeface="Arial" panose="020B0604020202020204" pitchFamily="34" charset="0"/>
              <a:cs typeface="Arial" panose="020B0604020202020204" pitchFamily="34" charset="0"/>
            </a:endParaRPr>
          </a:p>
        </p:txBody>
      </p:sp>
      <p:pic>
        <p:nvPicPr>
          <p:cNvPr id="13" name="Afbeelding 12">
            <a:extLst>
              <a:ext uri="{FF2B5EF4-FFF2-40B4-BE49-F238E27FC236}">
                <a16:creationId xmlns:a16="http://schemas.microsoft.com/office/drawing/2014/main" id="{AB4ED022-7F7E-6745-A55D-2102814A01E6}"/>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r="57818"/>
          <a:stretch/>
        </p:blipFill>
        <p:spPr>
          <a:xfrm>
            <a:off x="389777" y="5556293"/>
            <a:ext cx="966313" cy="972550"/>
          </a:xfrm>
          <a:prstGeom prst="rect">
            <a:avLst/>
          </a:prstGeom>
        </p:spPr>
      </p:pic>
      <p:sp>
        <p:nvSpPr>
          <p:cNvPr id="4" name="Tijdelijke aanduiding voor inhoud 2">
            <a:extLst>
              <a:ext uri="{FF2B5EF4-FFF2-40B4-BE49-F238E27FC236}">
                <a16:creationId xmlns:a16="http://schemas.microsoft.com/office/drawing/2014/main" id="{0C77600C-E98A-453B-AD76-A33381F5E1C2}"/>
              </a:ext>
            </a:extLst>
          </p:cNvPr>
          <p:cNvSpPr txBox="1">
            <a:spLocks/>
          </p:cNvSpPr>
          <p:nvPr/>
        </p:nvSpPr>
        <p:spPr>
          <a:xfrm>
            <a:off x="1356090" y="1380359"/>
            <a:ext cx="10269900" cy="3510184"/>
          </a:xfrm>
          <a:prstGeom prst="rect">
            <a:avLst/>
          </a:prstGeom>
        </p:spPr>
        <p:txBody>
          <a:bodyPr>
            <a:normAutofit lnSpcReduction="10000"/>
          </a:bodyPr>
          <a:lstStyle>
            <a:lvl1pPr marL="222250" indent="-222250" algn="l" defTabSz="457200" rtl="0" eaLnBrk="1" latinLnBrk="0" hangingPunct="1">
              <a:spcBef>
                <a:spcPct val="20000"/>
              </a:spcBef>
              <a:buFont typeface="Wingdings" pitchFamily="2" charset="2"/>
              <a:buChar char="§"/>
              <a:tabLst/>
              <a:defRPr sz="2000" kern="1200">
                <a:solidFill>
                  <a:schemeClr val="tx1">
                    <a:lumMod val="50000"/>
                  </a:schemeClr>
                </a:solidFill>
                <a:latin typeface="Arial"/>
                <a:ea typeface="+mn-ea"/>
                <a:cs typeface="Arial"/>
              </a:defRPr>
            </a:lvl1pPr>
            <a:lvl2pPr marL="666750" indent="-209550" algn="l" defTabSz="457200" rtl="0" eaLnBrk="1" latinLnBrk="0" hangingPunct="1">
              <a:spcBef>
                <a:spcPct val="20000"/>
              </a:spcBef>
              <a:buFont typeface="Arial"/>
              <a:buChar char="–"/>
              <a:tabLst/>
              <a:defRPr sz="1800" kern="1200">
                <a:solidFill>
                  <a:schemeClr val="tx1">
                    <a:lumMod val="50000"/>
                  </a:schemeClr>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0">
              <a:lnSpc>
                <a:spcPct val="150000"/>
              </a:lnSpc>
              <a:buBlip>
                <a:blip r:embed="rId5"/>
              </a:buBlip>
              <a:defRPr/>
            </a:pPr>
            <a:r>
              <a:rPr lang="en-US">
                <a:solidFill>
                  <a:srgbClr val="663366">
                    <a:lumMod val="50000"/>
                  </a:srgbClr>
                </a:solidFill>
              </a:rPr>
              <a:t>Demo</a:t>
            </a:r>
          </a:p>
          <a:p>
            <a:pPr lvl="0">
              <a:lnSpc>
                <a:spcPct val="150000"/>
              </a:lnSpc>
              <a:buBlip>
                <a:blip r:embed="rId5"/>
              </a:buBlip>
              <a:defRPr/>
            </a:pPr>
            <a:r>
              <a:rPr lang="en-US">
                <a:solidFill>
                  <a:srgbClr val="663366">
                    <a:lumMod val="50000"/>
                  </a:srgbClr>
                </a:solidFill>
              </a:rPr>
              <a:t>Research</a:t>
            </a:r>
          </a:p>
          <a:p>
            <a:pPr lvl="0">
              <a:lnSpc>
                <a:spcPct val="150000"/>
              </a:lnSpc>
              <a:buBlip>
                <a:blip r:embed="rId5"/>
              </a:buBlip>
              <a:defRPr/>
            </a:pPr>
            <a:r>
              <a:rPr kumimoji="0" lang="en-US" sz="2000" b="0" i="0" u="none" strike="noStrike" kern="1200" cap="none" spc="0" normalizeH="0" baseline="0" noProof="0">
                <a:ln>
                  <a:noFill/>
                </a:ln>
                <a:solidFill>
                  <a:srgbClr val="663366">
                    <a:lumMod val="50000"/>
                  </a:srgbClr>
                </a:solidFill>
                <a:effectLst/>
                <a:uLnTx/>
                <a:uFillTx/>
                <a:latin typeface="Arial"/>
                <a:ea typeface="+mn-ea"/>
                <a:cs typeface="Arial"/>
              </a:rPr>
              <a:t>Evidence</a:t>
            </a:r>
          </a:p>
          <a:p>
            <a:pPr lvl="0">
              <a:lnSpc>
                <a:spcPct val="150000"/>
              </a:lnSpc>
              <a:buBlip>
                <a:blip r:embed="rId5"/>
              </a:buBlip>
              <a:defRPr/>
            </a:pPr>
            <a:r>
              <a:rPr lang="en-US">
                <a:solidFill>
                  <a:srgbClr val="663366">
                    <a:lumMod val="50000"/>
                  </a:srgbClr>
                </a:solidFill>
              </a:rPr>
              <a:t>Growth</a:t>
            </a:r>
          </a:p>
          <a:p>
            <a:pPr lvl="0">
              <a:lnSpc>
                <a:spcPct val="150000"/>
              </a:lnSpc>
              <a:buBlip>
                <a:blip r:embed="rId5"/>
              </a:buBlip>
              <a:defRPr/>
            </a:pPr>
            <a:r>
              <a:rPr kumimoji="0" lang="en-US" sz="2000" b="0" i="0" u="none" strike="noStrike" kern="1200" cap="none" spc="0" normalizeH="0" baseline="0" noProof="0">
                <a:ln>
                  <a:noFill/>
                </a:ln>
                <a:solidFill>
                  <a:srgbClr val="663366">
                    <a:lumMod val="50000"/>
                  </a:srgbClr>
                </a:solidFill>
                <a:effectLst/>
                <a:uLnTx/>
                <a:uFillTx/>
                <a:latin typeface="Arial"/>
                <a:ea typeface="+mn-ea"/>
                <a:cs typeface="Arial"/>
              </a:rPr>
              <a:t>Reflection</a:t>
            </a:r>
          </a:p>
          <a:p>
            <a:pPr marL="0" lvl="0" indent="0">
              <a:lnSpc>
                <a:spcPct val="150000"/>
              </a:lnSpc>
              <a:buNone/>
              <a:defRPr/>
            </a:pPr>
            <a:endParaRPr lang="en-US"/>
          </a:p>
          <a:p>
            <a:pPr lvl="0">
              <a:lnSpc>
                <a:spcPct val="150000"/>
              </a:lnSpc>
              <a:buBlip>
                <a:blip r:embed="rId5"/>
              </a:buBlip>
              <a:defRPr/>
            </a:pPr>
            <a:r>
              <a:rPr lang="en-US" i="1"/>
              <a:t>Remove the placeholder texts in this presentation</a:t>
            </a:r>
          </a:p>
          <a:p>
            <a:pPr lvl="0">
              <a:lnSpc>
                <a:spcPct val="150000"/>
              </a:lnSpc>
              <a:buBlip>
                <a:blip r:embed="rId5"/>
              </a:buBlip>
              <a:defRPr/>
            </a:pPr>
            <a:endParaRPr kumimoji="0" lang="en-US" sz="2000" b="0" i="0" u="none" strike="noStrike" kern="1200" cap="none" spc="0" normalizeH="0" baseline="0" noProof="0">
              <a:ln>
                <a:noFill/>
              </a:ln>
              <a:solidFill>
                <a:srgbClr val="663366">
                  <a:lumMod val="50000"/>
                </a:srgbClr>
              </a:solidFill>
              <a:effectLst/>
              <a:uLnTx/>
              <a:uFillTx/>
              <a:latin typeface="Arial"/>
              <a:ea typeface="+mn-ea"/>
              <a:cs typeface="Arial"/>
            </a:endParaRPr>
          </a:p>
          <a:p>
            <a:pPr lvl="0">
              <a:lnSpc>
                <a:spcPct val="150000"/>
              </a:lnSpc>
              <a:buBlip>
                <a:blip r:embed="rId5"/>
              </a:buBlip>
              <a:defRPr/>
            </a:pPr>
            <a:endParaRPr kumimoji="0" lang="en-US" sz="2000" b="0" i="0" u="none" strike="noStrike" kern="1200" cap="none" spc="0" normalizeH="0" baseline="0" noProof="0">
              <a:ln>
                <a:noFill/>
              </a:ln>
              <a:solidFill>
                <a:srgbClr val="663366">
                  <a:lumMod val="50000"/>
                </a:srgbClr>
              </a:solidFill>
              <a:effectLst/>
              <a:uLnTx/>
              <a:uFillTx/>
              <a:latin typeface="Arial"/>
              <a:ea typeface="+mn-ea"/>
              <a:cs typeface="Arial"/>
            </a:endParaRPr>
          </a:p>
        </p:txBody>
      </p:sp>
      <p:pic>
        <p:nvPicPr>
          <p:cNvPr id="6" name="Afbeelding 5">
            <a:extLst>
              <a:ext uri="{FF2B5EF4-FFF2-40B4-BE49-F238E27FC236}">
                <a16:creationId xmlns:a16="http://schemas.microsoft.com/office/drawing/2014/main" id="{9C46235F-F5A6-7779-2149-7090FF6F11B3}"/>
              </a:ext>
            </a:extLst>
          </p:cNvPr>
          <p:cNvPicPr>
            <a:picLocks noChangeAspect="1"/>
          </p:cNvPicPr>
          <p:nvPr/>
        </p:nvPicPr>
        <p:blipFill>
          <a:blip r:embed="rId6"/>
          <a:stretch>
            <a:fillRect/>
          </a:stretch>
        </p:blipFill>
        <p:spPr>
          <a:xfrm>
            <a:off x="10833044" y="34756"/>
            <a:ext cx="1337733" cy="1331853"/>
          </a:xfrm>
          <a:prstGeom prst="rect">
            <a:avLst/>
          </a:prstGeom>
        </p:spPr>
      </p:pic>
    </p:spTree>
    <p:extLst>
      <p:ext uri="{BB962C8B-B14F-4D97-AF65-F5344CB8AC3E}">
        <p14:creationId xmlns:p14="http://schemas.microsoft.com/office/powerpoint/2010/main" val="365091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B94BE-CF97-5711-CA79-26B3FBCF315E}"/>
            </a:ext>
          </a:extLst>
        </p:cNvPr>
        <p:cNvGrpSpPr/>
        <p:nvPr/>
      </p:nvGrpSpPr>
      <p:grpSpPr>
        <a:xfrm>
          <a:off x="0" y="0"/>
          <a:ext cx="0" cy="0"/>
          <a:chOff x="0" y="0"/>
          <a:chExt cx="0" cy="0"/>
        </a:xfrm>
      </p:grpSpPr>
      <p:pic>
        <p:nvPicPr>
          <p:cNvPr id="3" name="Afbeelding 2">
            <a:extLst>
              <a:ext uri="{FF2B5EF4-FFF2-40B4-BE49-F238E27FC236}">
                <a16:creationId xmlns:a16="http://schemas.microsoft.com/office/drawing/2014/main" id="{07A6682C-479C-6A06-0645-91EEBC119EE0}"/>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a:off x="0" y="0"/>
            <a:ext cx="1356090" cy="6858000"/>
          </a:xfrm>
          <a:prstGeom prst="rect">
            <a:avLst/>
          </a:prstGeom>
        </p:spPr>
      </p:pic>
      <p:sp>
        <p:nvSpPr>
          <p:cNvPr id="12" name="Tekstvak 11">
            <a:extLst>
              <a:ext uri="{FF2B5EF4-FFF2-40B4-BE49-F238E27FC236}">
                <a16:creationId xmlns:a16="http://schemas.microsoft.com/office/drawing/2014/main" id="{C3BDE685-3F4A-5B80-D3B0-CE2ED127591F}"/>
              </a:ext>
            </a:extLst>
          </p:cNvPr>
          <p:cNvSpPr txBox="1"/>
          <p:nvPr/>
        </p:nvSpPr>
        <p:spPr>
          <a:xfrm>
            <a:off x="389777" y="642308"/>
            <a:ext cx="10051178" cy="710552"/>
          </a:xfrm>
          <a:prstGeom prst="rect">
            <a:avLst/>
          </a:prstGeom>
          <a:solidFill>
            <a:srgbClr val="E40086"/>
          </a:solidFill>
        </p:spPr>
        <p:txBody>
          <a:bodyPr wrap="square" lIns="180000" tIns="108000" rIns="180000" bIns="108000" rtlCol="0">
            <a:spAutoFit/>
          </a:bodyPr>
          <a:lstStyle/>
          <a:p>
            <a:r>
              <a:rPr lang="nl-NL" sz="3200" b="1" dirty="0">
                <a:solidFill>
                  <a:schemeClr val="bg1"/>
                </a:solidFill>
                <a:latin typeface="Arial" panose="020B0604020202020204" pitchFamily="34" charset="0"/>
                <a:cs typeface="Arial" panose="020B0604020202020204" pitchFamily="34" charset="0"/>
              </a:rPr>
              <a:t>What</a:t>
            </a:r>
            <a:endParaRPr lang="nl-NL" sz="1600" dirty="0">
              <a:solidFill>
                <a:schemeClr val="bg1"/>
              </a:solidFill>
              <a:latin typeface="Arial" panose="020B0604020202020204" pitchFamily="34" charset="0"/>
              <a:cs typeface="Arial" panose="020B0604020202020204" pitchFamily="34" charset="0"/>
            </a:endParaRPr>
          </a:p>
        </p:txBody>
      </p:sp>
      <p:pic>
        <p:nvPicPr>
          <p:cNvPr id="13" name="Afbeelding 12">
            <a:extLst>
              <a:ext uri="{FF2B5EF4-FFF2-40B4-BE49-F238E27FC236}">
                <a16:creationId xmlns:a16="http://schemas.microsoft.com/office/drawing/2014/main" id="{FFE298FA-170A-3D60-56CF-813F7E52DDD2}"/>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r="57818"/>
          <a:stretch/>
        </p:blipFill>
        <p:spPr>
          <a:xfrm>
            <a:off x="389777" y="5556293"/>
            <a:ext cx="966313" cy="972550"/>
          </a:xfrm>
          <a:prstGeom prst="rect">
            <a:avLst/>
          </a:prstGeom>
        </p:spPr>
      </p:pic>
      <p:sp>
        <p:nvSpPr>
          <p:cNvPr id="4" name="Tijdelijke aanduiding voor inhoud 2">
            <a:extLst>
              <a:ext uri="{FF2B5EF4-FFF2-40B4-BE49-F238E27FC236}">
                <a16:creationId xmlns:a16="http://schemas.microsoft.com/office/drawing/2014/main" id="{B1238F42-9EBC-6D66-44B1-25865CC2E42D}"/>
              </a:ext>
            </a:extLst>
          </p:cNvPr>
          <p:cNvSpPr txBox="1">
            <a:spLocks/>
          </p:cNvSpPr>
          <p:nvPr/>
        </p:nvSpPr>
        <p:spPr>
          <a:xfrm>
            <a:off x="1356090" y="1380359"/>
            <a:ext cx="10269900" cy="3510184"/>
          </a:xfrm>
          <a:prstGeom prst="rect">
            <a:avLst/>
          </a:prstGeom>
        </p:spPr>
        <p:txBody>
          <a:bodyPr>
            <a:normAutofit/>
          </a:bodyPr>
          <a:lstStyle>
            <a:lvl1pPr marL="222250" indent="-222250" algn="l" defTabSz="457200" rtl="0" eaLnBrk="1" latinLnBrk="0" hangingPunct="1">
              <a:spcBef>
                <a:spcPct val="20000"/>
              </a:spcBef>
              <a:buFont typeface="Wingdings" pitchFamily="2" charset="2"/>
              <a:buChar char="§"/>
              <a:tabLst/>
              <a:defRPr sz="2000" kern="1200">
                <a:solidFill>
                  <a:schemeClr val="tx1">
                    <a:lumMod val="50000"/>
                  </a:schemeClr>
                </a:solidFill>
                <a:latin typeface="Arial"/>
                <a:ea typeface="+mn-ea"/>
                <a:cs typeface="Arial"/>
              </a:defRPr>
            </a:lvl1pPr>
            <a:lvl2pPr marL="666750" indent="-209550" algn="l" defTabSz="457200" rtl="0" eaLnBrk="1" latinLnBrk="0" hangingPunct="1">
              <a:spcBef>
                <a:spcPct val="20000"/>
              </a:spcBef>
              <a:buFont typeface="Arial"/>
              <a:buChar char="–"/>
              <a:tabLst/>
              <a:defRPr sz="1800" kern="1200">
                <a:solidFill>
                  <a:schemeClr val="tx1">
                    <a:lumMod val="50000"/>
                  </a:schemeClr>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150000"/>
              </a:lnSpc>
              <a:buBlip>
                <a:blip r:embed="rId5"/>
              </a:buBlip>
              <a:defRPr/>
            </a:pPr>
            <a:r>
              <a:rPr lang="en-US" sz="2000" dirty="0"/>
              <a:t>Network design and partial implementation of a small SME infrastructure for a library environment.</a:t>
            </a:r>
            <a:endParaRPr lang="en-US" b="1" dirty="0"/>
          </a:p>
          <a:p>
            <a:endParaRPr lang="en-US" sz="2200" dirty="0">
              <a:latin typeface="Arial"/>
              <a:cs typeface="Arial"/>
            </a:endParaRPr>
          </a:p>
        </p:txBody>
      </p:sp>
    </p:spTree>
    <p:extLst>
      <p:ext uri="{BB962C8B-B14F-4D97-AF65-F5344CB8AC3E}">
        <p14:creationId xmlns:p14="http://schemas.microsoft.com/office/powerpoint/2010/main" val="30189972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B94BE-CF97-5711-CA79-26B3FBCF315E}"/>
            </a:ext>
          </a:extLst>
        </p:cNvPr>
        <p:cNvGrpSpPr/>
        <p:nvPr/>
      </p:nvGrpSpPr>
      <p:grpSpPr>
        <a:xfrm>
          <a:off x="0" y="0"/>
          <a:ext cx="0" cy="0"/>
          <a:chOff x="0" y="0"/>
          <a:chExt cx="0" cy="0"/>
        </a:xfrm>
      </p:grpSpPr>
      <p:pic>
        <p:nvPicPr>
          <p:cNvPr id="3" name="Afbeelding 2">
            <a:extLst>
              <a:ext uri="{FF2B5EF4-FFF2-40B4-BE49-F238E27FC236}">
                <a16:creationId xmlns:a16="http://schemas.microsoft.com/office/drawing/2014/main" id="{07A6682C-479C-6A06-0645-91EEBC119EE0}"/>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a:off x="0" y="0"/>
            <a:ext cx="1356090" cy="6858000"/>
          </a:xfrm>
          <a:prstGeom prst="rect">
            <a:avLst/>
          </a:prstGeom>
        </p:spPr>
      </p:pic>
      <p:sp>
        <p:nvSpPr>
          <p:cNvPr id="12" name="Tekstvak 11">
            <a:extLst>
              <a:ext uri="{FF2B5EF4-FFF2-40B4-BE49-F238E27FC236}">
                <a16:creationId xmlns:a16="http://schemas.microsoft.com/office/drawing/2014/main" id="{C3BDE685-3F4A-5B80-D3B0-CE2ED127591F}"/>
              </a:ext>
            </a:extLst>
          </p:cNvPr>
          <p:cNvSpPr txBox="1"/>
          <p:nvPr/>
        </p:nvSpPr>
        <p:spPr>
          <a:xfrm>
            <a:off x="389777" y="642308"/>
            <a:ext cx="10051178" cy="710552"/>
          </a:xfrm>
          <a:prstGeom prst="rect">
            <a:avLst/>
          </a:prstGeom>
          <a:solidFill>
            <a:srgbClr val="E40086"/>
          </a:solidFill>
        </p:spPr>
        <p:txBody>
          <a:bodyPr wrap="square" lIns="180000" tIns="108000" rIns="180000" bIns="108000" rtlCol="0">
            <a:spAutoFit/>
          </a:bodyPr>
          <a:lstStyle/>
          <a:p>
            <a:r>
              <a:rPr lang="nl-NL" sz="3200" b="1" dirty="0">
                <a:solidFill>
                  <a:schemeClr val="bg1"/>
                </a:solidFill>
                <a:latin typeface="Arial" panose="020B0604020202020204" pitchFamily="34" charset="0"/>
                <a:cs typeface="Arial" panose="020B0604020202020204" pitchFamily="34" charset="0"/>
              </a:rPr>
              <a:t>Research</a:t>
            </a:r>
            <a:endParaRPr lang="nl-NL" sz="1600" dirty="0">
              <a:solidFill>
                <a:schemeClr val="bg1"/>
              </a:solidFill>
              <a:latin typeface="Arial" panose="020B0604020202020204" pitchFamily="34" charset="0"/>
              <a:cs typeface="Arial" panose="020B0604020202020204" pitchFamily="34" charset="0"/>
            </a:endParaRPr>
          </a:p>
        </p:txBody>
      </p:sp>
      <p:pic>
        <p:nvPicPr>
          <p:cNvPr id="13" name="Afbeelding 12">
            <a:extLst>
              <a:ext uri="{FF2B5EF4-FFF2-40B4-BE49-F238E27FC236}">
                <a16:creationId xmlns:a16="http://schemas.microsoft.com/office/drawing/2014/main" id="{FFE298FA-170A-3D60-56CF-813F7E52DDD2}"/>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r="57818"/>
          <a:stretch/>
        </p:blipFill>
        <p:spPr>
          <a:xfrm>
            <a:off x="389777" y="5556293"/>
            <a:ext cx="966313" cy="972550"/>
          </a:xfrm>
          <a:prstGeom prst="rect">
            <a:avLst/>
          </a:prstGeom>
        </p:spPr>
      </p:pic>
      <p:sp>
        <p:nvSpPr>
          <p:cNvPr id="4" name="Tijdelijke aanduiding voor inhoud 2">
            <a:extLst>
              <a:ext uri="{FF2B5EF4-FFF2-40B4-BE49-F238E27FC236}">
                <a16:creationId xmlns:a16="http://schemas.microsoft.com/office/drawing/2014/main" id="{B1238F42-9EBC-6D66-44B1-25865CC2E42D}"/>
              </a:ext>
            </a:extLst>
          </p:cNvPr>
          <p:cNvSpPr txBox="1">
            <a:spLocks/>
          </p:cNvSpPr>
          <p:nvPr/>
        </p:nvSpPr>
        <p:spPr>
          <a:xfrm>
            <a:off x="1356090" y="1380358"/>
            <a:ext cx="10269900" cy="5405923"/>
          </a:xfrm>
          <a:prstGeom prst="rect">
            <a:avLst/>
          </a:prstGeom>
        </p:spPr>
        <p:txBody>
          <a:bodyPr>
            <a:normAutofit/>
          </a:bodyPr>
          <a:lstStyle>
            <a:lvl1pPr marL="222250" indent="-222250" algn="l" defTabSz="457200" rtl="0" eaLnBrk="1" latinLnBrk="0" hangingPunct="1">
              <a:spcBef>
                <a:spcPct val="20000"/>
              </a:spcBef>
              <a:buFont typeface="Wingdings" pitchFamily="2" charset="2"/>
              <a:buChar char="§"/>
              <a:tabLst/>
              <a:defRPr sz="2000" kern="1200">
                <a:solidFill>
                  <a:schemeClr val="tx1">
                    <a:lumMod val="50000"/>
                  </a:schemeClr>
                </a:solidFill>
                <a:latin typeface="Arial"/>
                <a:ea typeface="+mn-ea"/>
                <a:cs typeface="Arial"/>
              </a:defRPr>
            </a:lvl1pPr>
            <a:lvl2pPr marL="666750" indent="-209550" algn="l" defTabSz="457200" rtl="0" eaLnBrk="1" latinLnBrk="0" hangingPunct="1">
              <a:spcBef>
                <a:spcPct val="20000"/>
              </a:spcBef>
              <a:buFont typeface="Arial"/>
              <a:buChar char="–"/>
              <a:tabLst/>
              <a:defRPr sz="1800" kern="1200">
                <a:solidFill>
                  <a:schemeClr val="tx1">
                    <a:lumMod val="50000"/>
                  </a:schemeClr>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150000"/>
              </a:lnSpc>
              <a:buBlip>
                <a:blip r:embed="rId5"/>
              </a:buBlip>
              <a:defRPr/>
            </a:pPr>
            <a:r>
              <a:rPr lang="en-US" sz="1800" b="1" dirty="0"/>
              <a:t>Goal: </a:t>
            </a:r>
            <a:r>
              <a:rPr lang="en-US" sz="1800" dirty="0"/>
              <a:t>design a simple but realistic SME infrastructure for a small library.</a:t>
            </a:r>
          </a:p>
          <a:p>
            <a:pPr>
              <a:lnSpc>
                <a:spcPct val="150000"/>
              </a:lnSpc>
              <a:buBlip>
                <a:blip r:embed="rId5"/>
              </a:buBlip>
              <a:defRPr/>
            </a:pPr>
            <a:r>
              <a:rPr lang="en-US" sz="1800" b="1" dirty="0"/>
              <a:t>Research methods used:</a:t>
            </a:r>
          </a:p>
          <a:p>
            <a:pPr lvl="1">
              <a:lnSpc>
                <a:spcPct val="150000"/>
              </a:lnSpc>
              <a:buBlip>
                <a:blip r:embed="rId5"/>
              </a:buBlip>
              <a:defRPr/>
            </a:pPr>
            <a:r>
              <a:rPr lang="en-US" dirty="0"/>
              <a:t>DOT-Framework</a:t>
            </a:r>
          </a:p>
          <a:p>
            <a:pPr lvl="2">
              <a:lnSpc>
                <a:spcPct val="150000"/>
              </a:lnSpc>
              <a:buBlip>
                <a:blip r:embed="rId5"/>
              </a:buBlip>
              <a:defRPr/>
            </a:pPr>
            <a:r>
              <a:rPr lang="en-US" sz="1600" dirty="0"/>
              <a:t>Documentation and technical resources were studied to understand best practices for SME network design, VLAN segmentation, and firewall routing.</a:t>
            </a:r>
          </a:p>
          <a:p>
            <a:pPr lvl="2">
              <a:lnSpc>
                <a:spcPct val="150000"/>
              </a:lnSpc>
              <a:buBlip>
                <a:blip r:embed="rId5"/>
              </a:buBlip>
              <a:defRPr/>
            </a:pPr>
            <a:r>
              <a:rPr lang="en-US" sz="1600" dirty="0"/>
              <a:t>Stakeholder analysis was conducted to understand the requirements of different user groups such as staff, public users, and administrators.</a:t>
            </a:r>
          </a:p>
          <a:p>
            <a:pPr lvl="2">
              <a:lnSpc>
                <a:spcPct val="150000"/>
              </a:lnSpc>
              <a:buBlip>
                <a:blip r:embed="rId5"/>
              </a:buBlip>
              <a:defRPr/>
            </a:pPr>
            <a:endParaRPr lang="en-US" sz="1600" b="1" dirty="0"/>
          </a:p>
          <a:p>
            <a:pPr>
              <a:lnSpc>
                <a:spcPct val="150000"/>
              </a:lnSpc>
              <a:buBlip>
                <a:blip r:embed="rId5"/>
              </a:buBlip>
              <a:defRPr/>
            </a:pPr>
            <a:r>
              <a:rPr lang="en-US" sz="1900" b="1" dirty="0"/>
              <a:t>Key design decisions:</a:t>
            </a:r>
          </a:p>
          <a:p>
            <a:pPr lvl="1">
              <a:lnSpc>
                <a:spcPct val="150000"/>
              </a:lnSpc>
              <a:buBlip>
                <a:blip r:embed="rId5"/>
              </a:buBlip>
              <a:defRPr/>
            </a:pPr>
            <a:r>
              <a:rPr lang="en-US" dirty="0"/>
              <a:t>VLAN segmentation to separate staff, servers, public users, and DMZ services</a:t>
            </a:r>
            <a:endParaRPr lang="en-US" b="1" dirty="0"/>
          </a:p>
          <a:p>
            <a:pPr lvl="1">
              <a:lnSpc>
                <a:spcPct val="150000"/>
              </a:lnSpc>
              <a:buBlip>
                <a:blip r:embed="rId5"/>
              </a:buBlip>
              <a:defRPr/>
            </a:pPr>
            <a:r>
              <a:rPr lang="en-US" dirty="0" err="1"/>
              <a:t>pfSense</a:t>
            </a:r>
            <a:r>
              <a:rPr lang="en-US" dirty="0"/>
              <a:t> firewall performing inter-VLAN routing </a:t>
            </a:r>
            <a:r>
              <a:rPr lang="en-US" b="1" dirty="0"/>
              <a:t>&gt;</a:t>
            </a:r>
            <a:r>
              <a:rPr lang="en-US" dirty="0"/>
              <a:t> L3 Switch doing routing with ACL</a:t>
            </a:r>
          </a:p>
        </p:txBody>
      </p:sp>
    </p:spTree>
    <p:extLst>
      <p:ext uri="{BB962C8B-B14F-4D97-AF65-F5344CB8AC3E}">
        <p14:creationId xmlns:p14="http://schemas.microsoft.com/office/powerpoint/2010/main" val="42255582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B94BE-CF97-5711-CA79-26B3FBCF315E}"/>
            </a:ext>
          </a:extLst>
        </p:cNvPr>
        <p:cNvGrpSpPr/>
        <p:nvPr/>
      </p:nvGrpSpPr>
      <p:grpSpPr>
        <a:xfrm>
          <a:off x="0" y="0"/>
          <a:ext cx="0" cy="0"/>
          <a:chOff x="0" y="0"/>
          <a:chExt cx="0" cy="0"/>
        </a:xfrm>
      </p:grpSpPr>
      <p:pic>
        <p:nvPicPr>
          <p:cNvPr id="3" name="Afbeelding 2">
            <a:extLst>
              <a:ext uri="{FF2B5EF4-FFF2-40B4-BE49-F238E27FC236}">
                <a16:creationId xmlns:a16="http://schemas.microsoft.com/office/drawing/2014/main" id="{07A6682C-479C-6A06-0645-91EEBC119EE0}"/>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a:off x="0" y="0"/>
            <a:ext cx="1356090" cy="6858000"/>
          </a:xfrm>
          <a:prstGeom prst="rect">
            <a:avLst/>
          </a:prstGeom>
        </p:spPr>
      </p:pic>
      <p:sp>
        <p:nvSpPr>
          <p:cNvPr id="12" name="Tekstvak 11">
            <a:extLst>
              <a:ext uri="{FF2B5EF4-FFF2-40B4-BE49-F238E27FC236}">
                <a16:creationId xmlns:a16="http://schemas.microsoft.com/office/drawing/2014/main" id="{C3BDE685-3F4A-5B80-D3B0-CE2ED127591F}"/>
              </a:ext>
            </a:extLst>
          </p:cNvPr>
          <p:cNvSpPr txBox="1"/>
          <p:nvPr/>
        </p:nvSpPr>
        <p:spPr>
          <a:xfrm>
            <a:off x="389777" y="642308"/>
            <a:ext cx="10051178" cy="710552"/>
          </a:xfrm>
          <a:prstGeom prst="rect">
            <a:avLst/>
          </a:prstGeom>
          <a:solidFill>
            <a:srgbClr val="E40086"/>
          </a:solidFill>
        </p:spPr>
        <p:txBody>
          <a:bodyPr wrap="square" lIns="180000" tIns="108000" rIns="180000" bIns="108000" rtlCol="0">
            <a:spAutoFit/>
          </a:bodyPr>
          <a:lstStyle/>
          <a:p>
            <a:r>
              <a:rPr lang="nl-NL" sz="3200" b="1" dirty="0">
                <a:solidFill>
                  <a:schemeClr val="bg1"/>
                </a:solidFill>
                <a:latin typeface="Arial" panose="020B0604020202020204" pitchFamily="34" charset="0"/>
                <a:cs typeface="Arial" panose="020B0604020202020204" pitchFamily="34" charset="0"/>
              </a:rPr>
              <a:t>Evidence</a:t>
            </a:r>
            <a:endParaRPr lang="nl-NL" sz="1600" dirty="0">
              <a:solidFill>
                <a:schemeClr val="bg1"/>
              </a:solidFill>
              <a:latin typeface="Arial" panose="020B0604020202020204" pitchFamily="34" charset="0"/>
              <a:cs typeface="Arial" panose="020B0604020202020204" pitchFamily="34" charset="0"/>
            </a:endParaRPr>
          </a:p>
        </p:txBody>
      </p:sp>
      <p:pic>
        <p:nvPicPr>
          <p:cNvPr id="13" name="Afbeelding 12">
            <a:extLst>
              <a:ext uri="{FF2B5EF4-FFF2-40B4-BE49-F238E27FC236}">
                <a16:creationId xmlns:a16="http://schemas.microsoft.com/office/drawing/2014/main" id="{FFE298FA-170A-3D60-56CF-813F7E52DDD2}"/>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r="57818"/>
          <a:stretch/>
        </p:blipFill>
        <p:spPr>
          <a:xfrm>
            <a:off x="389777" y="5556293"/>
            <a:ext cx="966313" cy="972550"/>
          </a:xfrm>
          <a:prstGeom prst="rect">
            <a:avLst/>
          </a:prstGeom>
        </p:spPr>
      </p:pic>
      <p:sp>
        <p:nvSpPr>
          <p:cNvPr id="4" name="Tijdelijke aanduiding voor inhoud 2">
            <a:extLst>
              <a:ext uri="{FF2B5EF4-FFF2-40B4-BE49-F238E27FC236}">
                <a16:creationId xmlns:a16="http://schemas.microsoft.com/office/drawing/2014/main" id="{B1238F42-9EBC-6D66-44B1-25865CC2E42D}"/>
              </a:ext>
            </a:extLst>
          </p:cNvPr>
          <p:cNvSpPr txBox="1">
            <a:spLocks/>
          </p:cNvSpPr>
          <p:nvPr/>
        </p:nvSpPr>
        <p:spPr>
          <a:xfrm>
            <a:off x="1356090" y="1380359"/>
            <a:ext cx="10269900" cy="3510184"/>
          </a:xfrm>
          <a:prstGeom prst="rect">
            <a:avLst/>
          </a:prstGeom>
        </p:spPr>
        <p:txBody>
          <a:bodyPr>
            <a:normAutofit/>
          </a:bodyPr>
          <a:lstStyle>
            <a:lvl1pPr marL="222250" indent="-222250" algn="l" defTabSz="457200" rtl="0" eaLnBrk="1" latinLnBrk="0" hangingPunct="1">
              <a:spcBef>
                <a:spcPct val="20000"/>
              </a:spcBef>
              <a:buFont typeface="Wingdings" pitchFamily="2" charset="2"/>
              <a:buChar char="§"/>
              <a:tabLst/>
              <a:defRPr sz="2000" kern="1200">
                <a:solidFill>
                  <a:schemeClr val="tx1">
                    <a:lumMod val="50000"/>
                  </a:schemeClr>
                </a:solidFill>
                <a:latin typeface="Arial"/>
                <a:ea typeface="+mn-ea"/>
                <a:cs typeface="Arial"/>
              </a:defRPr>
            </a:lvl1pPr>
            <a:lvl2pPr marL="666750" indent="-209550" algn="l" defTabSz="457200" rtl="0" eaLnBrk="1" latinLnBrk="0" hangingPunct="1">
              <a:spcBef>
                <a:spcPct val="20000"/>
              </a:spcBef>
              <a:buFont typeface="Arial"/>
              <a:buChar char="–"/>
              <a:tabLst/>
              <a:defRPr sz="1800" kern="1200">
                <a:solidFill>
                  <a:schemeClr val="tx1">
                    <a:lumMod val="50000"/>
                  </a:schemeClr>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150000"/>
              </a:lnSpc>
              <a:buBlip>
                <a:blip r:embed="rId5"/>
              </a:buBlip>
              <a:defRPr/>
            </a:pPr>
            <a:r>
              <a:rPr lang="en-US" dirty="0"/>
              <a:t>Portfolio products supporting this work:</a:t>
            </a:r>
          </a:p>
          <a:p>
            <a:pPr>
              <a:lnSpc>
                <a:spcPct val="150000"/>
              </a:lnSpc>
              <a:buBlip>
                <a:blip r:embed="rId5"/>
              </a:buBlip>
              <a:defRPr/>
            </a:pPr>
            <a:r>
              <a:rPr lang="en-US" sz="2000" dirty="0"/>
              <a:t>Stakeholder Analysis</a:t>
            </a:r>
          </a:p>
          <a:p>
            <a:pPr lvl="1">
              <a:lnSpc>
                <a:spcPct val="150000"/>
              </a:lnSpc>
              <a:buBlip>
                <a:blip r:embed="rId5"/>
              </a:buBlip>
              <a:defRPr/>
            </a:pPr>
            <a:r>
              <a:rPr lang="en-US" dirty="0"/>
              <a:t>Network Design Document</a:t>
            </a:r>
          </a:p>
          <a:p>
            <a:pPr lvl="1">
              <a:lnSpc>
                <a:spcPct val="150000"/>
              </a:lnSpc>
              <a:buBlip>
                <a:blip r:embed="rId5"/>
              </a:buBlip>
              <a:defRPr/>
            </a:pPr>
            <a:r>
              <a:rPr lang="en-US" dirty="0"/>
              <a:t>IP Addressing Plan</a:t>
            </a:r>
          </a:p>
          <a:p>
            <a:pPr lvl="1">
              <a:lnSpc>
                <a:spcPct val="150000"/>
              </a:lnSpc>
              <a:buBlip>
                <a:blip r:embed="rId5"/>
              </a:buBlip>
              <a:defRPr/>
            </a:pPr>
            <a:r>
              <a:rPr lang="en-US" dirty="0"/>
              <a:t>Network Diagram</a:t>
            </a:r>
          </a:p>
          <a:p>
            <a:pPr lvl="1">
              <a:lnSpc>
                <a:spcPct val="150000"/>
              </a:lnSpc>
              <a:buBlip>
                <a:blip r:embed="rId5"/>
              </a:buBlip>
              <a:defRPr/>
            </a:pPr>
            <a:r>
              <a:rPr lang="en-US" dirty="0"/>
              <a:t>GNS3 Simulation Environment</a:t>
            </a:r>
            <a:endParaRPr lang="en-US" sz="2000" dirty="0">
              <a:latin typeface="Arial"/>
              <a:cs typeface="Arial"/>
            </a:endParaRPr>
          </a:p>
        </p:txBody>
      </p:sp>
    </p:spTree>
    <p:extLst>
      <p:ext uri="{BB962C8B-B14F-4D97-AF65-F5344CB8AC3E}">
        <p14:creationId xmlns:p14="http://schemas.microsoft.com/office/powerpoint/2010/main" val="26818141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B94BE-CF97-5711-CA79-26B3FBCF315E}"/>
            </a:ext>
          </a:extLst>
        </p:cNvPr>
        <p:cNvGrpSpPr/>
        <p:nvPr/>
      </p:nvGrpSpPr>
      <p:grpSpPr>
        <a:xfrm>
          <a:off x="0" y="0"/>
          <a:ext cx="0" cy="0"/>
          <a:chOff x="0" y="0"/>
          <a:chExt cx="0" cy="0"/>
        </a:xfrm>
      </p:grpSpPr>
      <p:pic>
        <p:nvPicPr>
          <p:cNvPr id="3" name="Afbeelding 2">
            <a:extLst>
              <a:ext uri="{FF2B5EF4-FFF2-40B4-BE49-F238E27FC236}">
                <a16:creationId xmlns:a16="http://schemas.microsoft.com/office/drawing/2014/main" id="{07A6682C-479C-6A06-0645-91EEBC119EE0}"/>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a:off x="0" y="0"/>
            <a:ext cx="1356090" cy="6858000"/>
          </a:xfrm>
          <a:prstGeom prst="rect">
            <a:avLst/>
          </a:prstGeom>
        </p:spPr>
      </p:pic>
      <p:sp>
        <p:nvSpPr>
          <p:cNvPr id="12" name="Tekstvak 11">
            <a:extLst>
              <a:ext uri="{FF2B5EF4-FFF2-40B4-BE49-F238E27FC236}">
                <a16:creationId xmlns:a16="http://schemas.microsoft.com/office/drawing/2014/main" id="{C3BDE685-3F4A-5B80-D3B0-CE2ED127591F}"/>
              </a:ext>
            </a:extLst>
          </p:cNvPr>
          <p:cNvSpPr txBox="1"/>
          <p:nvPr/>
        </p:nvSpPr>
        <p:spPr>
          <a:xfrm>
            <a:off x="389777" y="642308"/>
            <a:ext cx="10051178" cy="710552"/>
          </a:xfrm>
          <a:prstGeom prst="rect">
            <a:avLst/>
          </a:prstGeom>
          <a:solidFill>
            <a:srgbClr val="E40086"/>
          </a:solidFill>
        </p:spPr>
        <p:txBody>
          <a:bodyPr wrap="square" lIns="180000" tIns="108000" rIns="180000" bIns="108000" rtlCol="0">
            <a:spAutoFit/>
          </a:bodyPr>
          <a:lstStyle/>
          <a:p>
            <a:r>
              <a:rPr lang="nl-NL" sz="3200" b="1" dirty="0">
                <a:solidFill>
                  <a:schemeClr val="bg1"/>
                </a:solidFill>
                <a:latin typeface="Arial" panose="020B0604020202020204" pitchFamily="34" charset="0"/>
                <a:cs typeface="Arial" panose="020B0604020202020204" pitchFamily="34" charset="0"/>
              </a:rPr>
              <a:t>Network Diagram</a:t>
            </a:r>
          </a:p>
        </p:txBody>
      </p:sp>
      <p:pic>
        <p:nvPicPr>
          <p:cNvPr id="13" name="Afbeelding 12">
            <a:extLst>
              <a:ext uri="{FF2B5EF4-FFF2-40B4-BE49-F238E27FC236}">
                <a16:creationId xmlns:a16="http://schemas.microsoft.com/office/drawing/2014/main" id="{FFE298FA-170A-3D60-56CF-813F7E52DDD2}"/>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r="57818"/>
          <a:stretch/>
        </p:blipFill>
        <p:spPr>
          <a:xfrm>
            <a:off x="389777" y="5556293"/>
            <a:ext cx="966313" cy="972550"/>
          </a:xfrm>
          <a:prstGeom prst="rect">
            <a:avLst/>
          </a:prstGeom>
        </p:spPr>
      </p:pic>
      <p:pic>
        <p:nvPicPr>
          <p:cNvPr id="5" name="Graphic 4">
            <a:extLst>
              <a:ext uri="{FF2B5EF4-FFF2-40B4-BE49-F238E27FC236}">
                <a16:creationId xmlns:a16="http://schemas.microsoft.com/office/drawing/2014/main" id="{AA2E79EC-2348-4097-AA23-F7DFB3F08B4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56688" y="1481178"/>
            <a:ext cx="5678623" cy="5047665"/>
          </a:xfrm>
          <a:prstGeom prst="rect">
            <a:avLst/>
          </a:prstGeom>
        </p:spPr>
      </p:pic>
    </p:spTree>
    <p:extLst>
      <p:ext uri="{BB962C8B-B14F-4D97-AF65-F5344CB8AC3E}">
        <p14:creationId xmlns:p14="http://schemas.microsoft.com/office/powerpoint/2010/main" val="40765449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B94BE-CF97-5711-CA79-26B3FBCF315E}"/>
            </a:ext>
          </a:extLst>
        </p:cNvPr>
        <p:cNvGrpSpPr/>
        <p:nvPr/>
      </p:nvGrpSpPr>
      <p:grpSpPr>
        <a:xfrm>
          <a:off x="0" y="0"/>
          <a:ext cx="0" cy="0"/>
          <a:chOff x="0" y="0"/>
          <a:chExt cx="0" cy="0"/>
        </a:xfrm>
      </p:grpSpPr>
      <p:pic>
        <p:nvPicPr>
          <p:cNvPr id="3" name="Afbeelding 2">
            <a:extLst>
              <a:ext uri="{FF2B5EF4-FFF2-40B4-BE49-F238E27FC236}">
                <a16:creationId xmlns:a16="http://schemas.microsoft.com/office/drawing/2014/main" id="{07A6682C-479C-6A06-0645-91EEBC119EE0}"/>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a:off x="0" y="0"/>
            <a:ext cx="1356090" cy="6858000"/>
          </a:xfrm>
          <a:prstGeom prst="rect">
            <a:avLst/>
          </a:prstGeom>
        </p:spPr>
      </p:pic>
      <p:sp>
        <p:nvSpPr>
          <p:cNvPr id="12" name="Tekstvak 11">
            <a:extLst>
              <a:ext uri="{FF2B5EF4-FFF2-40B4-BE49-F238E27FC236}">
                <a16:creationId xmlns:a16="http://schemas.microsoft.com/office/drawing/2014/main" id="{C3BDE685-3F4A-5B80-D3B0-CE2ED127591F}"/>
              </a:ext>
            </a:extLst>
          </p:cNvPr>
          <p:cNvSpPr txBox="1"/>
          <p:nvPr/>
        </p:nvSpPr>
        <p:spPr>
          <a:xfrm>
            <a:off x="389777" y="642308"/>
            <a:ext cx="10051178" cy="710552"/>
          </a:xfrm>
          <a:prstGeom prst="rect">
            <a:avLst/>
          </a:prstGeom>
          <a:solidFill>
            <a:srgbClr val="E40086"/>
          </a:solidFill>
        </p:spPr>
        <p:txBody>
          <a:bodyPr wrap="square" lIns="180000" tIns="108000" rIns="180000" bIns="108000" rtlCol="0">
            <a:spAutoFit/>
          </a:bodyPr>
          <a:lstStyle/>
          <a:p>
            <a:r>
              <a:rPr lang="nl-NL" sz="3200" b="1" dirty="0">
                <a:solidFill>
                  <a:schemeClr val="bg1"/>
                </a:solidFill>
                <a:latin typeface="Arial" panose="020B0604020202020204" pitchFamily="34" charset="0"/>
                <a:cs typeface="Arial" panose="020B0604020202020204" pitchFamily="34" charset="0"/>
              </a:rPr>
              <a:t>Growth</a:t>
            </a:r>
          </a:p>
        </p:txBody>
      </p:sp>
      <p:pic>
        <p:nvPicPr>
          <p:cNvPr id="13" name="Afbeelding 12">
            <a:extLst>
              <a:ext uri="{FF2B5EF4-FFF2-40B4-BE49-F238E27FC236}">
                <a16:creationId xmlns:a16="http://schemas.microsoft.com/office/drawing/2014/main" id="{FFE298FA-170A-3D60-56CF-813F7E52DDD2}"/>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r="57818"/>
          <a:stretch/>
        </p:blipFill>
        <p:spPr>
          <a:xfrm>
            <a:off x="389777" y="5556293"/>
            <a:ext cx="966313" cy="972550"/>
          </a:xfrm>
          <a:prstGeom prst="rect">
            <a:avLst/>
          </a:prstGeom>
        </p:spPr>
      </p:pic>
      <p:sp>
        <p:nvSpPr>
          <p:cNvPr id="6" name="Tijdelijke aanduiding voor inhoud 2">
            <a:extLst>
              <a:ext uri="{FF2B5EF4-FFF2-40B4-BE49-F238E27FC236}">
                <a16:creationId xmlns:a16="http://schemas.microsoft.com/office/drawing/2014/main" id="{52284AE6-2FA8-4BC1-B9E6-760B2677A544}"/>
              </a:ext>
            </a:extLst>
          </p:cNvPr>
          <p:cNvSpPr txBox="1">
            <a:spLocks/>
          </p:cNvSpPr>
          <p:nvPr/>
        </p:nvSpPr>
        <p:spPr>
          <a:xfrm>
            <a:off x="1356090" y="1380358"/>
            <a:ext cx="10269900" cy="4106041"/>
          </a:xfrm>
          <a:prstGeom prst="rect">
            <a:avLst/>
          </a:prstGeom>
        </p:spPr>
        <p:txBody>
          <a:bodyPr>
            <a:normAutofit lnSpcReduction="10000"/>
          </a:bodyPr>
          <a:lstStyle>
            <a:lvl1pPr marL="222250" indent="-222250" algn="l" defTabSz="457200" rtl="0" eaLnBrk="1" latinLnBrk="0" hangingPunct="1">
              <a:spcBef>
                <a:spcPct val="20000"/>
              </a:spcBef>
              <a:buFont typeface="Wingdings" pitchFamily="2" charset="2"/>
              <a:buChar char="§"/>
              <a:tabLst/>
              <a:defRPr sz="2000" kern="1200">
                <a:solidFill>
                  <a:schemeClr val="tx1">
                    <a:lumMod val="50000"/>
                  </a:schemeClr>
                </a:solidFill>
                <a:latin typeface="Arial"/>
                <a:ea typeface="+mn-ea"/>
                <a:cs typeface="Arial"/>
              </a:defRPr>
            </a:lvl1pPr>
            <a:lvl2pPr marL="666750" indent="-209550" algn="l" defTabSz="457200" rtl="0" eaLnBrk="1" latinLnBrk="0" hangingPunct="1">
              <a:spcBef>
                <a:spcPct val="20000"/>
              </a:spcBef>
              <a:buFont typeface="Arial"/>
              <a:buChar char="–"/>
              <a:tabLst/>
              <a:defRPr sz="1800" kern="1200">
                <a:solidFill>
                  <a:schemeClr val="tx1">
                    <a:lumMod val="50000"/>
                  </a:schemeClr>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150000"/>
              </a:lnSpc>
              <a:buBlip>
                <a:blip r:embed="rId5"/>
              </a:buBlip>
              <a:defRPr/>
            </a:pPr>
            <a:r>
              <a:rPr lang="en-US" dirty="0"/>
              <a:t>Beginning:</a:t>
            </a:r>
          </a:p>
          <a:p>
            <a:pPr lvl="1">
              <a:lnSpc>
                <a:spcPct val="150000"/>
              </a:lnSpc>
              <a:buBlip>
                <a:blip r:embed="rId5"/>
              </a:buBlip>
              <a:defRPr/>
            </a:pPr>
            <a:r>
              <a:rPr lang="en-US" dirty="0"/>
              <a:t>Reading and understanding requirements</a:t>
            </a:r>
          </a:p>
          <a:p>
            <a:pPr lvl="1">
              <a:lnSpc>
                <a:spcPct val="150000"/>
              </a:lnSpc>
              <a:buBlip>
                <a:blip r:embed="rId5"/>
              </a:buBlip>
              <a:defRPr/>
            </a:pPr>
            <a:r>
              <a:rPr lang="en-US" dirty="0"/>
              <a:t>Getting a grip on the project</a:t>
            </a:r>
          </a:p>
          <a:p>
            <a:pPr lvl="1">
              <a:lnSpc>
                <a:spcPct val="150000"/>
              </a:lnSpc>
              <a:buBlip>
                <a:blip r:embed="rId5"/>
              </a:buBlip>
              <a:defRPr/>
            </a:pPr>
            <a:r>
              <a:rPr lang="en-US" dirty="0"/>
              <a:t>Total </a:t>
            </a:r>
            <a:r>
              <a:rPr lang="en-US" dirty="0" err="1"/>
              <a:t>Chud</a:t>
            </a:r>
            <a:r>
              <a:rPr lang="en-US" dirty="0"/>
              <a:t> networker</a:t>
            </a:r>
          </a:p>
          <a:p>
            <a:pPr lvl="1">
              <a:lnSpc>
                <a:spcPct val="150000"/>
              </a:lnSpc>
              <a:buBlip>
                <a:blip r:embed="rId5"/>
              </a:buBlip>
              <a:defRPr/>
            </a:pPr>
            <a:r>
              <a:rPr lang="en-US" dirty="0"/>
              <a:t>Linux / OSI </a:t>
            </a:r>
            <a:r>
              <a:rPr lang="en-US" dirty="0" err="1"/>
              <a:t>Larper</a:t>
            </a:r>
            <a:endParaRPr lang="en-US" dirty="0"/>
          </a:p>
          <a:p>
            <a:pPr>
              <a:lnSpc>
                <a:spcPct val="150000"/>
              </a:lnSpc>
              <a:buBlip>
                <a:blip r:embed="rId5"/>
              </a:buBlip>
              <a:defRPr/>
            </a:pPr>
            <a:r>
              <a:rPr lang="en-US" dirty="0">
                <a:latin typeface="Arial"/>
                <a:cs typeface="Arial"/>
              </a:rPr>
              <a:t>Now:</a:t>
            </a:r>
          </a:p>
          <a:p>
            <a:pPr lvl="1">
              <a:lnSpc>
                <a:spcPct val="150000"/>
              </a:lnSpc>
              <a:buBlip>
                <a:blip r:embed="rId5"/>
              </a:buBlip>
              <a:defRPr/>
            </a:pPr>
            <a:r>
              <a:rPr lang="en-US" dirty="0">
                <a:latin typeface="Arial"/>
                <a:cs typeface="Arial"/>
              </a:rPr>
              <a:t>Chad</a:t>
            </a:r>
          </a:p>
          <a:p>
            <a:pPr lvl="1">
              <a:lnSpc>
                <a:spcPct val="150000"/>
              </a:lnSpc>
              <a:buBlip>
                <a:blip r:embed="rId5"/>
              </a:buBlip>
              <a:defRPr/>
            </a:pPr>
            <a:r>
              <a:rPr lang="en-US" dirty="0">
                <a:latin typeface="Arial"/>
                <a:cs typeface="Arial"/>
              </a:rPr>
              <a:t>Unparalleled perspicacity and sheer indefatigability</a:t>
            </a:r>
          </a:p>
          <a:p>
            <a:pPr lvl="1">
              <a:lnSpc>
                <a:spcPct val="150000"/>
              </a:lnSpc>
              <a:buBlip>
                <a:blip r:embed="rId5"/>
              </a:buBlip>
              <a:defRPr/>
            </a:pPr>
            <a:r>
              <a:rPr lang="en-US" dirty="0">
                <a:latin typeface="Arial"/>
                <a:cs typeface="Arial"/>
              </a:rPr>
              <a:t>Awake and 0 </a:t>
            </a:r>
            <a:r>
              <a:rPr lang="en-US" dirty="0" err="1">
                <a:latin typeface="Arial"/>
                <a:cs typeface="Arial"/>
              </a:rPr>
              <a:t>CortiZol</a:t>
            </a:r>
            <a:endParaRPr lang="en-US" dirty="0">
              <a:latin typeface="Arial"/>
              <a:cs typeface="Arial"/>
            </a:endParaRPr>
          </a:p>
          <a:p>
            <a:pPr marL="457200" lvl="1" indent="0">
              <a:lnSpc>
                <a:spcPct val="150000"/>
              </a:lnSpc>
              <a:buNone/>
              <a:defRPr/>
            </a:pPr>
            <a:endParaRPr lang="en-US" dirty="0">
              <a:latin typeface="Arial"/>
              <a:cs typeface="Arial"/>
            </a:endParaRPr>
          </a:p>
        </p:txBody>
      </p:sp>
    </p:spTree>
    <p:extLst>
      <p:ext uri="{BB962C8B-B14F-4D97-AF65-F5344CB8AC3E}">
        <p14:creationId xmlns:p14="http://schemas.microsoft.com/office/powerpoint/2010/main" val="4304879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0A39C-444F-8FCC-52FE-9E78501ED622}"/>
            </a:ext>
          </a:extLst>
        </p:cNvPr>
        <p:cNvGrpSpPr/>
        <p:nvPr/>
      </p:nvGrpSpPr>
      <p:grpSpPr>
        <a:xfrm>
          <a:off x="0" y="0"/>
          <a:ext cx="0" cy="0"/>
          <a:chOff x="0" y="0"/>
          <a:chExt cx="0" cy="0"/>
        </a:xfrm>
      </p:grpSpPr>
      <p:pic>
        <p:nvPicPr>
          <p:cNvPr id="3" name="Afbeelding 2">
            <a:extLst>
              <a:ext uri="{FF2B5EF4-FFF2-40B4-BE49-F238E27FC236}">
                <a16:creationId xmlns:a16="http://schemas.microsoft.com/office/drawing/2014/main" id="{8D5FAE4E-0E6A-866D-6071-7AF0D62ECF40}"/>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a:off x="0" y="0"/>
            <a:ext cx="1356090" cy="6858000"/>
          </a:xfrm>
          <a:prstGeom prst="rect">
            <a:avLst/>
          </a:prstGeom>
        </p:spPr>
      </p:pic>
      <p:sp>
        <p:nvSpPr>
          <p:cNvPr id="12" name="Tekstvak 11">
            <a:extLst>
              <a:ext uri="{FF2B5EF4-FFF2-40B4-BE49-F238E27FC236}">
                <a16:creationId xmlns:a16="http://schemas.microsoft.com/office/drawing/2014/main" id="{777CA9C3-B602-12EE-5B80-580D3EFA5132}"/>
              </a:ext>
            </a:extLst>
          </p:cNvPr>
          <p:cNvSpPr txBox="1"/>
          <p:nvPr/>
        </p:nvSpPr>
        <p:spPr>
          <a:xfrm>
            <a:off x="389777" y="642308"/>
            <a:ext cx="10051178" cy="710552"/>
          </a:xfrm>
          <a:prstGeom prst="rect">
            <a:avLst/>
          </a:prstGeom>
          <a:solidFill>
            <a:srgbClr val="E40086"/>
          </a:solidFill>
        </p:spPr>
        <p:txBody>
          <a:bodyPr wrap="square" lIns="180000" tIns="108000" rIns="180000" bIns="108000" rtlCol="0">
            <a:spAutoFit/>
          </a:bodyPr>
          <a:lstStyle/>
          <a:p>
            <a:r>
              <a:rPr lang="nl-NL" sz="3200" b="1">
                <a:solidFill>
                  <a:schemeClr val="bg1"/>
                </a:solidFill>
                <a:latin typeface="Arial" panose="020B0604020202020204" pitchFamily="34" charset="0"/>
                <a:cs typeface="Arial" panose="020B0604020202020204" pitchFamily="34" charset="0"/>
              </a:rPr>
              <a:t>The 5 Steps: </a:t>
            </a:r>
            <a:r>
              <a:rPr lang="nl-NL" sz="3200" b="1" err="1">
                <a:solidFill>
                  <a:schemeClr val="bg1"/>
                </a:solidFill>
                <a:latin typeface="Arial" panose="020B0604020202020204" pitchFamily="34" charset="0"/>
                <a:cs typeface="Arial" panose="020B0604020202020204" pitchFamily="34" charset="0"/>
              </a:rPr>
              <a:t>Where</a:t>
            </a:r>
            <a:r>
              <a:rPr lang="nl-NL" sz="3200" b="1">
                <a:solidFill>
                  <a:schemeClr val="bg1"/>
                </a:solidFill>
                <a:latin typeface="Arial" panose="020B0604020202020204" pitchFamily="34" charset="0"/>
                <a:cs typeface="Arial" panose="020B0604020202020204" pitchFamily="34" charset="0"/>
              </a:rPr>
              <a:t> </a:t>
            </a:r>
            <a:r>
              <a:rPr lang="nl-NL" sz="3200" b="1" err="1">
                <a:solidFill>
                  <a:schemeClr val="bg1"/>
                </a:solidFill>
                <a:latin typeface="Arial" panose="020B0604020202020204" pitchFamily="34" charset="0"/>
                <a:cs typeface="Arial" panose="020B0604020202020204" pitchFamily="34" charset="0"/>
              </a:rPr>
              <a:t>am</a:t>
            </a:r>
            <a:r>
              <a:rPr lang="nl-NL" sz="3200" b="1">
                <a:solidFill>
                  <a:schemeClr val="bg1"/>
                </a:solidFill>
                <a:latin typeface="Arial" panose="020B0604020202020204" pitchFamily="34" charset="0"/>
                <a:cs typeface="Arial" panose="020B0604020202020204" pitchFamily="34" charset="0"/>
              </a:rPr>
              <a:t> I </a:t>
            </a:r>
            <a:r>
              <a:rPr lang="nl-NL" sz="3200" b="1" err="1">
                <a:solidFill>
                  <a:schemeClr val="bg1"/>
                </a:solidFill>
                <a:latin typeface="Arial" panose="020B0604020202020204" pitchFamily="34" charset="0"/>
                <a:cs typeface="Arial" panose="020B0604020202020204" pitchFamily="34" charset="0"/>
              </a:rPr>
              <a:t>and</a:t>
            </a:r>
            <a:r>
              <a:rPr lang="nl-NL" sz="3200" b="1">
                <a:solidFill>
                  <a:schemeClr val="bg1"/>
                </a:solidFill>
                <a:latin typeface="Arial" panose="020B0604020202020204" pitchFamily="34" charset="0"/>
                <a:cs typeface="Arial" panose="020B0604020202020204" pitchFamily="34" charset="0"/>
              </a:rPr>
              <a:t> </a:t>
            </a:r>
            <a:r>
              <a:rPr lang="nl-NL" sz="3200" b="1" err="1">
                <a:solidFill>
                  <a:schemeClr val="bg1"/>
                </a:solidFill>
                <a:latin typeface="Arial" panose="020B0604020202020204" pitchFamily="34" charset="0"/>
                <a:cs typeface="Arial" panose="020B0604020202020204" pitchFamily="34" charset="0"/>
              </a:rPr>
              <a:t>where</a:t>
            </a:r>
            <a:r>
              <a:rPr lang="nl-NL" sz="3200" b="1">
                <a:solidFill>
                  <a:schemeClr val="bg1"/>
                </a:solidFill>
                <a:latin typeface="Arial" panose="020B0604020202020204" pitchFamily="34" charset="0"/>
                <a:cs typeface="Arial" panose="020B0604020202020204" pitchFamily="34" charset="0"/>
              </a:rPr>
              <a:t> </a:t>
            </a:r>
            <a:r>
              <a:rPr lang="nl-NL" sz="3200" b="1" err="1">
                <a:solidFill>
                  <a:schemeClr val="bg1"/>
                </a:solidFill>
                <a:latin typeface="Arial" panose="020B0604020202020204" pitchFamily="34" charset="0"/>
                <a:cs typeface="Arial" panose="020B0604020202020204" pitchFamily="34" charset="0"/>
              </a:rPr>
              <a:t>to</a:t>
            </a:r>
            <a:r>
              <a:rPr lang="nl-NL" sz="3200" b="1">
                <a:solidFill>
                  <a:schemeClr val="bg1"/>
                </a:solidFill>
                <a:latin typeface="Arial" panose="020B0604020202020204" pitchFamily="34" charset="0"/>
                <a:cs typeface="Arial" panose="020B0604020202020204" pitchFamily="34" charset="0"/>
              </a:rPr>
              <a:t> go </a:t>
            </a:r>
            <a:r>
              <a:rPr lang="nl-NL" sz="3200" b="1" err="1">
                <a:solidFill>
                  <a:schemeClr val="bg1"/>
                </a:solidFill>
                <a:latin typeface="Arial" panose="020B0604020202020204" pitchFamily="34" charset="0"/>
                <a:cs typeface="Arial" panose="020B0604020202020204" pitchFamily="34" charset="0"/>
              </a:rPr>
              <a:t>to</a:t>
            </a:r>
            <a:r>
              <a:rPr lang="nl-NL" sz="3200" b="1">
                <a:solidFill>
                  <a:schemeClr val="bg1"/>
                </a:solidFill>
                <a:latin typeface="Arial" panose="020B0604020202020204" pitchFamily="34" charset="0"/>
                <a:cs typeface="Arial" panose="020B0604020202020204" pitchFamily="34" charset="0"/>
              </a:rPr>
              <a:t>?</a:t>
            </a:r>
            <a:endParaRPr lang="nl-NL" sz="1600">
              <a:solidFill>
                <a:schemeClr val="bg1"/>
              </a:solidFill>
              <a:latin typeface="Arial" panose="020B0604020202020204" pitchFamily="34" charset="0"/>
              <a:cs typeface="Arial" panose="020B0604020202020204" pitchFamily="34" charset="0"/>
            </a:endParaRPr>
          </a:p>
        </p:txBody>
      </p:sp>
      <p:pic>
        <p:nvPicPr>
          <p:cNvPr id="13" name="Afbeelding 12">
            <a:extLst>
              <a:ext uri="{FF2B5EF4-FFF2-40B4-BE49-F238E27FC236}">
                <a16:creationId xmlns:a16="http://schemas.microsoft.com/office/drawing/2014/main" id="{825E053C-B555-9BCC-76C3-A6AD8AB925A6}"/>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r="57818"/>
          <a:stretch/>
        </p:blipFill>
        <p:spPr>
          <a:xfrm>
            <a:off x="389777" y="5556293"/>
            <a:ext cx="966313" cy="972550"/>
          </a:xfrm>
          <a:prstGeom prst="rect">
            <a:avLst/>
          </a:prstGeom>
        </p:spPr>
      </p:pic>
      <p:sp>
        <p:nvSpPr>
          <p:cNvPr id="4" name="Tijdelijke aanduiding voor inhoud 2">
            <a:extLst>
              <a:ext uri="{FF2B5EF4-FFF2-40B4-BE49-F238E27FC236}">
                <a16:creationId xmlns:a16="http://schemas.microsoft.com/office/drawing/2014/main" id="{F6EB637B-C954-9744-3235-1EBAF7EDD6A3}"/>
              </a:ext>
            </a:extLst>
          </p:cNvPr>
          <p:cNvSpPr txBox="1">
            <a:spLocks/>
          </p:cNvSpPr>
          <p:nvPr/>
        </p:nvSpPr>
        <p:spPr>
          <a:xfrm>
            <a:off x="1356090" y="1380359"/>
            <a:ext cx="10269900" cy="3510184"/>
          </a:xfrm>
          <a:prstGeom prst="rect">
            <a:avLst/>
          </a:prstGeom>
        </p:spPr>
        <p:txBody>
          <a:bodyPr>
            <a:normAutofit fontScale="25000" lnSpcReduction="20000"/>
          </a:bodyPr>
          <a:lstStyle>
            <a:lvl1pPr marL="222250" indent="-222250" algn="l" defTabSz="457200" rtl="0" eaLnBrk="1" latinLnBrk="0" hangingPunct="1">
              <a:spcBef>
                <a:spcPct val="20000"/>
              </a:spcBef>
              <a:buFont typeface="Wingdings" pitchFamily="2" charset="2"/>
              <a:buChar char="§"/>
              <a:tabLst/>
              <a:defRPr sz="2000" kern="1200">
                <a:solidFill>
                  <a:schemeClr val="tx1">
                    <a:lumMod val="50000"/>
                  </a:schemeClr>
                </a:solidFill>
                <a:latin typeface="Arial"/>
                <a:ea typeface="+mn-ea"/>
                <a:cs typeface="Arial"/>
              </a:defRPr>
            </a:lvl1pPr>
            <a:lvl2pPr marL="666750" indent="-209550" algn="l" defTabSz="457200" rtl="0" eaLnBrk="1" latinLnBrk="0" hangingPunct="1">
              <a:spcBef>
                <a:spcPct val="20000"/>
              </a:spcBef>
              <a:buFont typeface="Arial"/>
              <a:buChar char="–"/>
              <a:tabLst/>
              <a:defRPr sz="1800" kern="1200">
                <a:solidFill>
                  <a:schemeClr val="tx1">
                    <a:lumMod val="50000"/>
                  </a:schemeClr>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0">
              <a:lnSpc>
                <a:spcPct val="150000"/>
              </a:lnSpc>
              <a:buBlip>
                <a:blip r:embed="rId5"/>
              </a:buBlip>
              <a:defRPr/>
            </a:pPr>
            <a:r>
              <a:rPr lang="en-US" sz="5600" b="1"/>
              <a:t>Level: Undefined</a:t>
            </a:r>
          </a:p>
          <a:p>
            <a:pPr lvl="1">
              <a:lnSpc>
                <a:spcPct val="150000"/>
              </a:lnSpc>
              <a:buBlip>
                <a:blip r:embed="rId5"/>
              </a:buBlip>
              <a:defRPr/>
            </a:pPr>
            <a:r>
              <a:rPr lang="en-US" sz="4800"/>
              <a:t>You have not yet undertaken any activities to demonstrate the learning outcome. There is no evidence in your portfolio or nothing is elaborated for the learning outcome. </a:t>
            </a:r>
          </a:p>
          <a:p>
            <a:pPr lvl="0">
              <a:lnSpc>
                <a:spcPct val="150000"/>
              </a:lnSpc>
              <a:buBlip>
                <a:blip r:embed="rId5"/>
              </a:buBlip>
              <a:defRPr/>
            </a:pPr>
            <a:r>
              <a:rPr lang="en-US" sz="5600" b="1"/>
              <a:t>Level: Orienting</a:t>
            </a:r>
          </a:p>
          <a:p>
            <a:pPr lvl="1">
              <a:lnSpc>
                <a:spcPct val="150000"/>
              </a:lnSpc>
              <a:buBlip>
                <a:blip r:embed="rId5"/>
              </a:buBlip>
              <a:defRPr/>
            </a:pPr>
            <a:r>
              <a:rPr lang="en-US" sz="4800"/>
              <a:t>You have made a start and are exploring the possibilities to demonstrate the learning outcome. </a:t>
            </a:r>
          </a:p>
          <a:p>
            <a:pPr lvl="0">
              <a:lnSpc>
                <a:spcPct val="150000"/>
              </a:lnSpc>
              <a:buBlip>
                <a:blip r:embed="rId5"/>
              </a:buBlip>
              <a:defRPr/>
            </a:pPr>
            <a:r>
              <a:rPr lang="en-US" sz="5600" b="1"/>
              <a:t>Level: Beginning</a:t>
            </a:r>
          </a:p>
          <a:p>
            <a:pPr lvl="1">
              <a:lnSpc>
                <a:spcPct val="150000"/>
              </a:lnSpc>
              <a:buBlip>
                <a:blip r:embed="rId5"/>
              </a:buBlip>
              <a:defRPr/>
            </a:pPr>
            <a:r>
              <a:rPr lang="en-US" sz="4800"/>
              <a:t>You are demonstrating this learning outcome by showing your knowledge by creating sufficiently challenging professional products in the case studies and the </a:t>
            </a:r>
            <a:r>
              <a:rPr lang="en-US" sz="4800" err="1"/>
              <a:t>proftask</a:t>
            </a:r>
            <a:r>
              <a:rPr lang="en-US" sz="4800"/>
              <a:t>/PRP for your portfolio. </a:t>
            </a:r>
          </a:p>
          <a:p>
            <a:pPr lvl="0">
              <a:lnSpc>
                <a:spcPct val="150000"/>
              </a:lnSpc>
              <a:buBlip>
                <a:blip r:embed="rId5"/>
              </a:buBlip>
              <a:defRPr/>
            </a:pPr>
            <a:r>
              <a:rPr lang="en-US" sz="5600" b="1"/>
              <a:t>Level: Proficient</a:t>
            </a:r>
          </a:p>
          <a:p>
            <a:pPr lvl="1">
              <a:lnSpc>
                <a:spcPct val="150000"/>
              </a:lnSpc>
              <a:buBlip>
                <a:blip r:embed="rId5"/>
              </a:buBlip>
              <a:defRPr/>
            </a:pPr>
            <a:r>
              <a:rPr lang="en-US" sz="4800"/>
              <a:t>You have clearly shown several times, and in several different contexts, that you can apply the knowledge you gained by creating professional products at a sufficient level. </a:t>
            </a:r>
          </a:p>
          <a:p>
            <a:pPr lvl="0">
              <a:lnSpc>
                <a:spcPct val="150000"/>
              </a:lnSpc>
              <a:buBlip>
                <a:blip r:embed="rId5"/>
              </a:buBlip>
              <a:defRPr/>
            </a:pPr>
            <a:r>
              <a:rPr lang="en-US" sz="5600" b="1"/>
              <a:t>Level: Advanced</a:t>
            </a:r>
            <a:endParaRPr lang="en-US" sz="5600"/>
          </a:p>
          <a:p>
            <a:pPr lvl="1">
              <a:lnSpc>
                <a:spcPct val="150000"/>
              </a:lnSpc>
              <a:buBlip>
                <a:blip r:embed="rId5"/>
              </a:buBlip>
              <a:defRPr/>
            </a:pPr>
            <a:r>
              <a:rPr lang="en-US" sz="4800"/>
              <a:t>You have shown multiple times and in complex situations that you are working on this learning outcome with good results. You have performed above expectations and are focused on continuous improvement. You demonstrate the learning outcome at a more complex level.</a:t>
            </a:r>
          </a:p>
          <a:p>
            <a:pPr lvl="0">
              <a:lnSpc>
                <a:spcPct val="150000"/>
              </a:lnSpc>
              <a:buBlip>
                <a:blip r:embed="rId5"/>
              </a:buBlip>
              <a:defRPr/>
            </a:pPr>
            <a:endParaRPr lang="en-US" sz="2000">
              <a:latin typeface="Arial"/>
              <a:cs typeface="Arial"/>
            </a:endParaRPr>
          </a:p>
        </p:txBody>
      </p:sp>
    </p:spTree>
    <p:extLst>
      <p:ext uri="{BB962C8B-B14F-4D97-AF65-F5344CB8AC3E}">
        <p14:creationId xmlns:p14="http://schemas.microsoft.com/office/powerpoint/2010/main" val="3171048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8A7CF-8FC5-7DD1-0873-27C45976F860}"/>
            </a:ext>
          </a:extLst>
        </p:cNvPr>
        <p:cNvGrpSpPr/>
        <p:nvPr/>
      </p:nvGrpSpPr>
      <p:grpSpPr>
        <a:xfrm>
          <a:off x="0" y="0"/>
          <a:ext cx="0" cy="0"/>
          <a:chOff x="0" y="0"/>
          <a:chExt cx="0" cy="0"/>
        </a:xfrm>
      </p:grpSpPr>
      <p:pic>
        <p:nvPicPr>
          <p:cNvPr id="3" name="Afbeelding 2">
            <a:extLst>
              <a:ext uri="{FF2B5EF4-FFF2-40B4-BE49-F238E27FC236}">
                <a16:creationId xmlns:a16="http://schemas.microsoft.com/office/drawing/2014/main" id="{C023A2BC-967A-37FF-0AB7-FD99101967FE}"/>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a:off x="0" y="0"/>
            <a:ext cx="1356090" cy="6858000"/>
          </a:xfrm>
          <a:prstGeom prst="rect">
            <a:avLst/>
          </a:prstGeom>
        </p:spPr>
      </p:pic>
      <p:sp>
        <p:nvSpPr>
          <p:cNvPr id="12" name="Tekstvak 11">
            <a:extLst>
              <a:ext uri="{FF2B5EF4-FFF2-40B4-BE49-F238E27FC236}">
                <a16:creationId xmlns:a16="http://schemas.microsoft.com/office/drawing/2014/main" id="{63E4B7A2-4005-78B3-6DD5-9437CD70ED8D}"/>
              </a:ext>
            </a:extLst>
          </p:cNvPr>
          <p:cNvSpPr txBox="1"/>
          <p:nvPr/>
        </p:nvSpPr>
        <p:spPr>
          <a:xfrm>
            <a:off x="389777" y="642308"/>
            <a:ext cx="10051178" cy="710552"/>
          </a:xfrm>
          <a:prstGeom prst="rect">
            <a:avLst/>
          </a:prstGeom>
          <a:solidFill>
            <a:srgbClr val="E40086"/>
          </a:solidFill>
        </p:spPr>
        <p:txBody>
          <a:bodyPr wrap="square" lIns="180000" tIns="108000" rIns="180000" bIns="108000" rtlCol="0">
            <a:spAutoFit/>
          </a:bodyPr>
          <a:lstStyle/>
          <a:p>
            <a:r>
              <a:rPr lang="nl-NL" sz="3200" b="1">
                <a:solidFill>
                  <a:schemeClr val="bg1"/>
                </a:solidFill>
                <a:latin typeface="Arial" panose="020B0604020202020204" pitchFamily="34" charset="0"/>
                <a:cs typeface="Arial" panose="020B0604020202020204" pitchFamily="34" charset="0"/>
              </a:rPr>
              <a:t>LO1 – Basic </a:t>
            </a:r>
            <a:r>
              <a:rPr lang="nl-NL" sz="3200" b="1" err="1">
                <a:solidFill>
                  <a:schemeClr val="bg1"/>
                </a:solidFill>
                <a:latin typeface="Arial" panose="020B0604020202020204" pitchFamily="34" charset="0"/>
                <a:cs typeface="Arial" panose="020B0604020202020204" pitchFamily="34" charset="0"/>
              </a:rPr>
              <a:t>Interoperability</a:t>
            </a:r>
            <a:endParaRPr lang="nl-NL" sz="1600">
              <a:solidFill>
                <a:schemeClr val="bg1"/>
              </a:solidFill>
              <a:latin typeface="Arial" panose="020B0604020202020204" pitchFamily="34" charset="0"/>
              <a:cs typeface="Arial" panose="020B0604020202020204" pitchFamily="34" charset="0"/>
            </a:endParaRPr>
          </a:p>
        </p:txBody>
      </p:sp>
      <p:pic>
        <p:nvPicPr>
          <p:cNvPr id="13" name="Afbeelding 12">
            <a:extLst>
              <a:ext uri="{FF2B5EF4-FFF2-40B4-BE49-F238E27FC236}">
                <a16:creationId xmlns:a16="http://schemas.microsoft.com/office/drawing/2014/main" id="{231C0A4C-8BDF-0E97-95B1-6B513F58B1AE}"/>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r="57818"/>
          <a:stretch/>
        </p:blipFill>
        <p:spPr>
          <a:xfrm>
            <a:off x="389777" y="5556293"/>
            <a:ext cx="966313" cy="972550"/>
          </a:xfrm>
          <a:prstGeom prst="rect">
            <a:avLst/>
          </a:prstGeom>
        </p:spPr>
      </p:pic>
      <p:sp>
        <p:nvSpPr>
          <p:cNvPr id="4" name="Tijdelijke aanduiding voor inhoud 2">
            <a:extLst>
              <a:ext uri="{FF2B5EF4-FFF2-40B4-BE49-F238E27FC236}">
                <a16:creationId xmlns:a16="http://schemas.microsoft.com/office/drawing/2014/main" id="{2FBA0B80-6F4B-8F7A-32F9-98580BF47A50}"/>
              </a:ext>
            </a:extLst>
          </p:cNvPr>
          <p:cNvSpPr txBox="1">
            <a:spLocks/>
          </p:cNvSpPr>
          <p:nvPr/>
        </p:nvSpPr>
        <p:spPr>
          <a:xfrm>
            <a:off x="1356090" y="1380358"/>
            <a:ext cx="10269900" cy="4664841"/>
          </a:xfrm>
          <a:prstGeom prst="rect">
            <a:avLst/>
          </a:prstGeom>
        </p:spPr>
        <p:txBody>
          <a:bodyPr>
            <a:noAutofit/>
          </a:bodyPr>
          <a:lstStyle>
            <a:lvl1pPr marL="222250" indent="-222250" algn="l" defTabSz="457200" rtl="0" eaLnBrk="1" latinLnBrk="0" hangingPunct="1">
              <a:spcBef>
                <a:spcPct val="20000"/>
              </a:spcBef>
              <a:buFont typeface="Wingdings" pitchFamily="2" charset="2"/>
              <a:buChar char="§"/>
              <a:tabLst/>
              <a:defRPr sz="2000" kern="1200">
                <a:solidFill>
                  <a:schemeClr val="tx1">
                    <a:lumMod val="50000"/>
                  </a:schemeClr>
                </a:solidFill>
                <a:latin typeface="Arial"/>
                <a:ea typeface="+mn-ea"/>
                <a:cs typeface="Arial"/>
              </a:defRPr>
            </a:lvl1pPr>
            <a:lvl2pPr marL="666750" indent="-209550" algn="l" defTabSz="457200" rtl="0" eaLnBrk="1" latinLnBrk="0" hangingPunct="1">
              <a:spcBef>
                <a:spcPct val="20000"/>
              </a:spcBef>
              <a:buFont typeface="Arial"/>
              <a:buChar char="–"/>
              <a:tabLst/>
              <a:defRPr sz="1800" kern="1200">
                <a:solidFill>
                  <a:schemeClr val="tx1">
                    <a:lumMod val="50000"/>
                  </a:schemeClr>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0">
              <a:lnSpc>
                <a:spcPct val="150000"/>
              </a:lnSpc>
              <a:buBlip>
                <a:blip r:embed="rId5"/>
              </a:buBlip>
              <a:defRPr/>
            </a:pPr>
            <a:r>
              <a:rPr lang="en-US" sz="1200" b="1" i="1" dirty="0">
                <a:solidFill>
                  <a:srgbClr val="663366">
                    <a:lumMod val="50000"/>
                  </a:srgbClr>
                </a:solidFill>
              </a:rPr>
              <a:t>The 'What' (Definition LO):</a:t>
            </a:r>
          </a:p>
          <a:p>
            <a:pPr lvl="1">
              <a:lnSpc>
                <a:spcPct val="150000"/>
              </a:lnSpc>
              <a:buBlip>
                <a:blip r:embed="rId5"/>
              </a:buBlip>
              <a:defRPr/>
            </a:pPr>
            <a:r>
              <a:rPr lang="en-US" sz="1100" b="0" i="1" u="none" strike="noStrike" dirty="0">
                <a:solidFill>
                  <a:srgbClr val="000000"/>
                </a:solidFill>
                <a:effectLst/>
                <a:latin typeface="Calibri" panose="020F0502020204030204" pitchFamily="34" charset="0"/>
              </a:rPr>
              <a:t>After </a:t>
            </a:r>
            <a:r>
              <a:rPr lang="en-US" sz="1100" b="1" i="1" u="none" strike="noStrike" dirty="0">
                <a:solidFill>
                  <a:srgbClr val="000000"/>
                </a:solidFill>
                <a:effectLst/>
                <a:latin typeface="Calibri" panose="020F0502020204030204" pitchFamily="34" charset="0"/>
              </a:rPr>
              <a:t>conducting research</a:t>
            </a:r>
            <a:r>
              <a:rPr lang="en-US" sz="1100" b="0" i="1" u="none" strike="noStrike" dirty="0">
                <a:solidFill>
                  <a:srgbClr val="000000"/>
                </a:solidFill>
                <a:effectLst/>
                <a:latin typeface="Calibri" panose="020F0502020204030204" pitchFamily="34" charset="0"/>
              </a:rPr>
              <a:t>, you are able to </a:t>
            </a:r>
            <a:r>
              <a:rPr lang="en-US" sz="1100" b="1" i="1" u="none" strike="noStrike" dirty="0">
                <a:solidFill>
                  <a:srgbClr val="000000"/>
                </a:solidFill>
                <a:effectLst/>
                <a:latin typeface="Calibri" panose="020F0502020204030204" pitchFamily="34" charset="0"/>
              </a:rPr>
              <a:t>design and implement </a:t>
            </a:r>
            <a:r>
              <a:rPr lang="en-US" sz="1100" b="0" i="1" u="none" strike="noStrike" dirty="0">
                <a:solidFill>
                  <a:srgbClr val="000000"/>
                </a:solidFill>
                <a:effectLst/>
                <a:latin typeface="Calibri" panose="020F0502020204030204" pitchFamily="34" charset="0"/>
              </a:rPr>
              <a:t>a sustainable </a:t>
            </a:r>
            <a:r>
              <a:rPr lang="en-US" sz="1100" b="1" i="1" u="none" strike="noStrike" dirty="0">
                <a:solidFill>
                  <a:srgbClr val="000000"/>
                </a:solidFill>
                <a:effectLst/>
                <a:latin typeface="Calibri" panose="020F0502020204030204" pitchFamily="34" charset="0"/>
              </a:rPr>
              <a:t>infrastructure</a:t>
            </a:r>
            <a:r>
              <a:rPr lang="en-US" sz="1100" b="0" i="1" u="none" strike="noStrike" dirty="0">
                <a:solidFill>
                  <a:srgbClr val="000000"/>
                </a:solidFill>
                <a:effectLst/>
                <a:latin typeface="Calibri" panose="020F0502020204030204" pitchFamily="34" charset="0"/>
              </a:rPr>
              <a:t> based on the specified requirements of a </a:t>
            </a:r>
            <a:r>
              <a:rPr lang="en-US" sz="1100" b="1" i="1" u="none" strike="noStrike" dirty="0">
                <a:solidFill>
                  <a:srgbClr val="000000"/>
                </a:solidFill>
                <a:effectLst/>
                <a:latin typeface="Calibri" panose="020F0502020204030204" pitchFamily="34" charset="0"/>
              </a:rPr>
              <a:t>small SME</a:t>
            </a:r>
            <a:r>
              <a:rPr lang="en-US" sz="1100" b="0" i="1" u="none" strike="noStrike" dirty="0">
                <a:solidFill>
                  <a:srgbClr val="000000"/>
                </a:solidFill>
                <a:effectLst/>
                <a:latin typeface="Calibri" panose="020F0502020204030204" pitchFamily="34" charset="0"/>
              </a:rPr>
              <a:t>,</a:t>
            </a:r>
            <a:r>
              <a:rPr lang="en-US" sz="1100" b="0" i="0" dirty="0">
                <a:effectLst/>
                <a:latin typeface="Calibri" panose="020F0502020204030204" pitchFamily="34" charset="0"/>
              </a:rPr>
              <a:t>​</a:t>
            </a:r>
            <a:br>
              <a:rPr lang="en-US" sz="1100" b="0" i="0" dirty="0">
                <a:effectLst/>
                <a:latin typeface="Calibri" panose="020F0502020204030204" pitchFamily="34" charset="0"/>
              </a:rPr>
            </a:br>
            <a:r>
              <a:rPr lang="en-US" sz="1100" b="0" i="1" u="none" strike="noStrike" dirty="0">
                <a:solidFill>
                  <a:srgbClr val="000000"/>
                </a:solidFill>
                <a:effectLst/>
                <a:latin typeface="Calibri" panose="020F0502020204030204" pitchFamily="34" charset="0"/>
              </a:rPr>
              <a:t>taking into account the</a:t>
            </a:r>
            <a:r>
              <a:rPr lang="en-US" sz="1100" b="1" i="1" u="none" strike="noStrike" dirty="0">
                <a:solidFill>
                  <a:srgbClr val="000000"/>
                </a:solidFill>
                <a:effectLst/>
                <a:latin typeface="Calibri" panose="020F0502020204030204" pitchFamily="34" charset="0"/>
              </a:rPr>
              <a:t> different types of data, connections, protocols, communication, and applications.</a:t>
            </a:r>
            <a:endParaRPr lang="en-US" sz="1100" dirty="0"/>
          </a:p>
          <a:p>
            <a:pPr lvl="0">
              <a:lnSpc>
                <a:spcPct val="150000"/>
              </a:lnSpc>
              <a:buBlip>
                <a:blip r:embed="rId5"/>
              </a:buBlip>
              <a:defRPr/>
            </a:pPr>
            <a:r>
              <a:rPr lang="en-US" sz="1200" b="1" dirty="0">
                <a:solidFill>
                  <a:srgbClr val="663366">
                    <a:lumMod val="50000"/>
                  </a:srgbClr>
                </a:solidFill>
              </a:rPr>
              <a:t>My Research (The 'Why'):</a:t>
            </a:r>
          </a:p>
          <a:p>
            <a:pPr lvl="1">
              <a:lnSpc>
                <a:spcPct val="150000"/>
              </a:lnSpc>
              <a:buBlip>
                <a:blip r:embed="rId5"/>
              </a:buBlip>
              <a:defRPr/>
            </a:pPr>
            <a:r>
              <a:rPr lang="en-US" sz="1100" i="1" dirty="0">
                <a:solidFill>
                  <a:srgbClr val="663366">
                    <a:lumMod val="50000"/>
                  </a:srgbClr>
                </a:solidFill>
              </a:rPr>
              <a:t>(Prompt: Why this solution? e.g., a comparison of protocols, a design choice based on requirements, or a key finding from documentation. Which DOT-framework methods you used?)</a:t>
            </a:r>
          </a:p>
          <a:p>
            <a:pPr lvl="0">
              <a:lnSpc>
                <a:spcPct val="150000"/>
              </a:lnSpc>
              <a:buBlip>
                <a:blip r:embed="rId5"/>
              </a:buBlip>
              <a:defRPr/>
            </a:pPr>
            <a:r>
              <a:rPr lang="en-US" sz="1200" b="1" dirty="0">
                <a:solidFill>
                  <a:srgbClr val="663366">
                    <a:lumMod val="50000"/>
                  </a:srgbClr>
                </a:solidFill>
              </a:rPr>
              <a:t>My Evidence (Portfolio):</a:t>
            </a:r>
          </a:p>
          <a:p>
            <a:pPr lvl="1">
              <a:lnSpc>
                <a:spcPct val="150000"/>
              </a:lnSpc>
              <a:buBlip>
                <a:blip r:embed="rId5"/>
              </a:buBlip>
              <a:defRPr/>
            </a:pPr>
            <a:r>
              <a:rPr lang="en-US" sz="1100" dirty="0">
                <a:solidFill>
                  <a:srgbClr val="663366">
                    <a:lumMod val="50000"/>
                  </a:srgbClr>
                </a:solidFill>
              </a:rPr>
              <a:t>(Prompt: Which product(s) in </a:t>
            </a:r>
            <a:r>
              <a:rPr lang="en-US" sz="1100" dirty="0" err="1">
                <a:solidFill>
                  <a:srgbClr val="663366">
                    <a:lumMod val="50000"/>
                  </a:srgbClr>
                </a:solidFill>
              </a:rPr>
              <a:t>Portflow</a:t>
            </a:r>
            <a:r>
              <a:rPr lang="en-US" sz="1100" dirty="0">
                <a:solidFill>
                  <a:srgbClr val="663366">
                    <a:lumMod val="50000"/>
                  </a:srgbClr>
                </a:solidFill>
              </a:rPr>
              <a:t> prove this? E.g., The research report, the network design, test report.)</a:t>
            </a:r>
          </a:p>
          <a:p>
            <a:pPr lvl="0">
              <a:lnSpc>
                <a:spcPct val="150000"/>
              </a:lnSpc>
              <a:buBlip>
                <a:blip r:embed="rId5"/>
              </a:buBlip>
              <a:defRPr/>
            </a:pPr>
            <a:r>
              <a:rPr lang="en-US" sz="1200" b="1" dirty="0">
                <a:solidFill>
                  <a:srgbClr val="663366">
                    <a:lumMod val="50000"/>
                  </a:srgbClr>
                </a:solidFill>
              </a:rPr>
              <a:t>My Self-Assessment (See Scale on Slide 3):</a:t>
            </a:r>
          </a:p>
          <a:p>
            <a:pPr lvl="1">
              <a:lnSpc>
                <a:spcPct val="150000"/>
              </a:lnSpc>
              <a:buBlip>
                <a:blip r:embed="rId5"/>
              </a:buBlip>
              <a:defRPr/>
            </a:pPr>
            <a:r>
              <a:rPr lang="en-US" sz="1100" i="1" dirty="0">
                <a:solidFill>
                  <a:srgbClr val="663366">
                    <a:lumMod val="50000"/>
                  </a:srgbClr>
                </a:solidFill>
              </a:rPr>
              <a:t>(Prompt: What level am I at? Why? E.g., "I am at 'Beginning Proficient' because I researched and implemented a product...")</a:t>
            </a:r>
          </a:p>
          <a:p>
            <a:pPr>
              <a:lnSpc>
                <a:spcPct val="150000"/>
              </a:lnSpc>
              <a:buBlip>
                <a:blip r:embed="rId5"/>
              </a:buBlip>
              <a:defRPr/>
            </a:pPr>
            <a:r>
              <a:rPr lang="en-US" sz="1200" b="1" dirty="0"/>
              <a:t>Plan Your Next Step:</a:t>
            </a:r>
            <a:r>
              <a:rPr lang="en-US" sz="1200" dirty="0"/>
              <a:t> </a:t>
            </a:r>
          </a:p>
          <a:p>
            <a:pPr lvl="1">
              <a:lnSpc>
                <a:spcPct val="150000"/>
              </a:lnSpc>
              <a:buBlip>
                <a:blip r:embed="rId5"/>
              </a:buBlip>
              <a:defRPr/>
            </a:pPr>
            <a:r>
              <a:rPr lang="en-US" sz="1100" i="1" dirty="0"/>
              <a:t>Think about what you need to do after this to keep growing.</a:t>
            </a:r>
            <a:endParaRPr lang="en-US" sz="1100" i="1" dirty="0">
              <a:solidFill>
                <a:srgbClr val="663366">
                  <a:lumMod val="50000"/>
                </a:srgbClr>
              </a:solidFill>
            </a:endParaRPr>
          </a:p>
          <a:p>
            <a:pPr lvl="0">
              <a:lnSpc>
                <a:spcPct val="150000"/>
              </a:lnSpc>
              <a:buBlip>
                <a:blip r:embed="rId5"/>
              </a:buBlip>
              <a:defRPr/>
            </a:pPr>
            <a:endParaRPr lang="en-US" sz="1200" dirty="0">
              <a:solidFill>
                <a:srgbClr val="663366">
                  <a:lumMod val="50000"/>
                </a:srgbClr>
              </a:solidFill>
            </a:endParaRPr>
          </a:p>
          <a:p>
            <a:pPr lvl="0">
              <a:lnSpc>
                <a:spcPct val="150000"/>
              </a:lnSpc>
              <a:buBlip>
                <a:blip r:embed="rId5"/>
              </a:buBlip>
              <a:defRPr/>
            </a:pPr>
            <a:r>
              <a:rPr lang="en-US" sz="1200" dirty="0">
                <a:solidFill>
                  <a:srgbClr val="663366">
                    <a:lumMod val="50000"/>
                  </a:srgbClr>
                </a:solidFill>
              </a:rPr>
              <a:t>[ ] I request an official Formative Indication (FI)</a:t>
            </a:r>
            <a:endParaRPr kumimoji="0" lang="en-US" sz="1200" b="0" i="0" u="none" strike="noStrike" kern="1200" cap="none" spc="0" normalizeH="0" baseline="0" noProof="0" dirty="0">
              <a:ln>
                <a:noFill/>
              </a:ln>
              <a:solidFill>
                <a:srgbClr val="663366">
                  <a:lumMod val="50000"/>
                </a:srgbClr>
              </a:solidFill>
              <a:effectLst/>
              <a:uLnTx/>
              <a:uFillTx/>
              <a:latin typeface="Arial"/>
              <a:ea typeface="+mn-ea"/>
              <a:cs typeface="Arial"/>
            </a:endParaRPr>
          </a:p>
        </p:txBody>
      </p:sp>
    </p:spTree>
    <p:extLst>
      <p:ext uri="{BB962C8B-B14F-4D97-AF65-F5344CB8AC3E}">
        <p14:creationId xmlns:p14="http://schemas.microsoft.com/office/powerpoint/2010/main" val="4102690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9E507-90B1-B8A3-27EA-5399DDBFEF52}"/>
            </a:ext>
          </a:extLst>
        </p:cNvPr>
        <p:cNvGrpSpPr/>
        <p:nvPr/>
      </p:nvGrpSpPr>
      <p:grpSpPr>
        <a:xfrm>
          <a:off x="0" y="0"/>
          <a:ext cx="0" cy="0"/>
          <a:chOff x="0" y="0"/>
          <a:chExt cx="0" cy="0"/>
        </a:xfrm>
      </p:grpSpPr>
      <p:pic>
        <p:nvPicPr>
          <p:cNvPr id="3" name="Afbeelding 2">
            <a:extLst>
              <a:ext uri="{FF2B5EF4-FFF2-40B4-BE49-F238E27FC236}">
                <a16:creationId xmlns:a16="http://schemas.microsoft.com/office/drawing/2014/main" id="{A4415394-5698-2D7D-AFA1-59AEA3D3B5C2}"/>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a:off x="0" y="0"/>
            <a:ext cx="1356090" cy="6858000"/>
          </a:xfrm>
          <a:prstGeom prst="rect">
            <a:avLst/>
          </a:prstGeom>
        </p:spPr>
      </p:pic>
      <p:sp>
        <p:nvSpPr>
          <p:cNvPr id="12" name="Tekstvak 11">
            <a:extLst>
              <a:ext uri="{FF2B5EF4-FFF2-40B4-BE49-F238E27FC236}">
                <a16:creationId xmlns:a16="http://schemas.microsoft.com/office/drawing/2014/main" id="{C276E78B-63E1-A06B-F946-6EA9F2E2D4AA}"/>
              </a:ext>
            </a:extLst>
          </p:cNvPr>
          <p:cNvSpPr txBox="1"/>
          <p:nvPr/>
        </p:nvSpPr>
        <p:spPr>
          <a:xfrm>
            <a:off x="389777" y="642308"/>
            <a:ext cx="10051178" cy="710552"/>
          </a:xfrm>
          <a:prstGeom prst="rect">
            <a:avLst/>
          </a:prstGeom>
          <a:solidFill>
            <a:srgbClr val="E40086"/>
          </a:solidFill>
        </p:spPr>
        <p:txBody>
          <a:bodyPr wrap="square" lIns="180000" tIns="108000" rIns="180000" bIns="108000" rtlCol="0">
            <a:spAutoFit/>
          </a:bodyPr>
          <a:lstStyle/>
          <a:p>
            <a:r>
              <a:rPr lang="nl-NL" sz="3200" b="1">
                <a:solidFill>
                  <a:schemeClr val="bg1"/>
                </a:solidFill>
                <a:latin typeface="Arial" panose="020B0604020202020204" pitchFamily="34" charset="0"/>
                <a:cs typeface="Arial" panose="020B0604020202020204" pitchFamily="34" charset="0"/>
              </a:rPr>
              <a:t>LO2 – Basic </a:t>
            </a:r>
            <a:r>
              <a:rPr lang="nl-NL" sz="3200" b="1" err="1">
                <a:solidFill>
                  <a:schemeClr val="bg1"/>
                </a:solidFill>
                <a:latin typeface="Arial" panose="020B0604020202020204" pitchFamily="34" charset="0"/>
                <a:cs typeface="Arial" panose="020B0604020202020204" pitchFamily="34" charset="0"/>
              </a:rPr>
              <a:t>Securing</a:t>
            </a:r>
            <a:endParaRPr lang="nl-NL" sz="1600">
              <a:solidFill>
                <a:schemeClr val="bg1"/>
              </a:solidFill>
              <a:latin typeface="Arial" panose="020B0604020202020204" pitchFamily="34" charset="0"/>
              <a:cs typeface="Arial" panose="020B0604020202020204" pitchFamily="34" charset="0"/>
            </a:endParaRPr>
          </a:p>
        </p:txBody>
      </p:sp>
      <p:pic>
        <p:nvPicPr>
          <p:cNvPr id="13" name="Afbeelding 12">
            <a:extLst>
              <a:ext uri="{FF2B5EF4-FFF2-40B4-BE49-F238E27FC236}">
                <a16:creationId xmlns:a16="http://schemas.microsoft.com/office/drawing/2014/main" id="{15084940-1724-0025-3223-AC6E84BDE8B0}"/>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r="57818"/>
          <a:stretch/>
        </p:blipFill>
        <p:spPr>
          <a:xfrm>
            <a:off x="389777" y="5556293"/>
            <a:ext cx="966313" cy="972550"/>
          </a:xfrm>
          <a:prstGeom prst="rect">
            <a:avLst/>
          </a:prstGeom>
        </p:spPr>
      </p:pic>
      <p:sp>
        <p:nvSpPr>
          <p:cNvPr id="2" name="Tijdelijke aanduiding voor inhoud 2">
            <a:extLst>
              <a:ext uri="{FF2B5EF4-FFF2-40B4-BE49-F238E27FC236}">
                <a16:creationId xmlns:a16="http://schemas.microsoft.com/office/drawing/2014/main" id="{867EDF01-EB47-5EF5-C455-CF8645EF0D75}"/>
              </a:ext>
            </a:extLst>
          </p:cNvPr>
          <p:cNvSpPr txBox="1">
            <a:spLocks/>
          </p:cNvSpPr>
          <p:nvPr/>
        </p:nvSpPr>
        <p:spPr>
          <a:xfrm>
            <a:off x="1356090" y="1380358"/>
            <a:ext cx="10269900" cy="4664841"/>
          </a:xfrm>
          <a:prstGeom prst="rect">
            <a:avLst/>
          </a:prstGeom>
        </p:spPr>
        <p:txBody>
          <a:bodyPr>
            <a:noAutofit/>
          </a:bodyPr>
          <a:lstStyle>
            <a:lvl1pPr marL="222250" indent="-222250" algn="l" defTabSz="457200" rtl="0" eaLnBrk="1" latinLnBrk="0" hangingPunct="1">
              <a:spcBef>
                <a:spcPct val="20000"/>
              </a:spcBef>
              <a:buFont typeface="Wingdings" pitchFamily="2" charset="2"/>
              <a:buChar char="§"/>
              <a:tabLst/>
              <a:defRPr sz="2000" kern="1200">
                <a:solidFill>
                  <a:schemeClr val="tx1">
                    <a:lumMod val="50000"/>
                  </a:schemeClr>
                </a:solidFill>
                <a:latin typeface="Arial"/>
                <a:ea typeface="+mn-ea"/>
                <a:cs typeface="Arial"/>
              </a:defRPr>
            </a:lvl1pPr>
            <a:lvl2pPr marL="666750" indent="-209550" algn="l" defTabSz="457200" rtl="0" eaLnBrk="1" latinLnBrk="0" hangingPunct="1">
              <a:spcBef>
                <a:spcPct val="20000"/>
              </a:spcBef>
              <a:buFont typeface="Arial"/>
              <a:buChar char="–"/>
              <a:tabLst/>
              <a:defRPr sz="1800" kern="1200">
                <a:solidFill>
                  <a:schemeClr val="tx1">
                    <a:lumMod val="50000"/>
                  </a:schemeClr>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0">
              <a:lnSpc>
                <a:spcPct val="150000"/>
              </a:lnSpc>
              <a:buBlip>
                <a:blip r:embed="rId5"/>
              </a:buBlip>
              <a:defRPr/>
            </a:pPr>
            <a:r>
              <a:rPr lang="en-US" sz="1200" b="1" i="1">
                <a:solidFill>
                  <a:srgbClr val="663366">
                    <a:lumMod val="50000"/>
                  </a:srgbClr>
                </a:solidFill>
              </a:rPr>
              <a:t>The 'What' (Definition LO):</a:t>
            </a:r>
          </a:p>
          <a:p>
            <a:pPr lvl="1">
              <a:lnSpc>
                <a:spcPct val="150000"/>
              </a:lnSpc>
              <a:buBlip>
                <a:blip r:embed="rId5"/>
              </a:buBlip>
              <a:defRPr/>
            </a:pPr>
            <a:r>
              <a:rPr lang="en-US" sz="1100" i="1"/>
              <a:t>After </a:t>
            </a:r>
            <a:r>
              <a:rPr lang="en-US" sz="1100" b="1" i="1"/>
              <a:t>conducting research</a:t>
            </a:r>
            <a:r>
              <a:rPr lang="en-US" sz="1100" i="1"/>
              <a:t>, you are able to </a:t>
            </a:r>
            <a:r>
              <a:rPr lang="en-US" sz="1100" b="1" i="1"/>
              <a:t>design and implement modern and traditional basic security measures</a:t>
            </a:r>
            <a:r>
              <a:rPr lang="en-US" sz="1100" i="1"/>
              <a:t> across </a:t>
            </a:r>
            <a:r>
              <a:rPr lang="en-US" sz="1100" b="1" i="1"/>
              <a:t>all infrastructure domains </a:t>
            </a:r>
            <a:r>
              <a:rPr lang="en-US" sz="1100" i="1"/>
              <a:t>based on the specified requirements of a </a:t>
            </a:r>
            <a:r>
              <a:rPr lang="en-US" sz="1100" b="1" i="1"/>
              <a:t>small SME.</a:t>
            </a:r>
          </a:p>
          <a:p>
            <a:pPr lvl="0">
              <a:lnSpc>
                <a:spcPct val="150000"/>
              </a:lnSpc>
              <a:buBlip>
                <a:blip r:embed="rId5"/>
              </a:buBlip>
              <a:defRPr/>
            </a:pPr>
            <a:r>
              <a:rPr lang="en-US" sz="1200" b="1">
                <a:solidFill>
                  <a:srgbClr val="663366">
                    <a:lumMod val="50000"/>
                  </a:srgbClr>
                </a:solidFill>
              </a:rPr>
              <a:t>My Research (The 'Why'):</a:t>
            </a:r>
          </a:p>
          <a:p>
            <a:pPr lvl="1">
              <a:lnSpc>
                <a:spcPct val="150000"/>
              </a:lnSpc>
              <a:buBlip>
                <a:blip r:embed="rId5"/>
              </a:buBlip>
              <a:defRPr/>
            </a:pPr>
            <a:r>
              <a:rPr lang="en-US" sz="1100" i="1">
                <a:solidFill>
                  <a:srgbClr val="663366">
                    <a:lumMod val="50000"/>
                  </a:srgbClr>
                </a:solidFill>
              </a:rPr>
              <a:t>(Prompt: Why this solution? e.g., a comparison of protocols, a design choice based on requirements, or a key finding from documentation. Which DOT-framework methods you used?)</a:t>
            </a:r>
          </a:p>
          <a:p>
            <a:pPr lvl="0">
              <a:lnSpc>
                <a:spcPct val="150000"/>
              </a:lnSpc>
              <a:buBlip>
                <a:blip r:embed="rId5"/>
              </a:buBlip>
              <a:defRPr/>
            </a:pPr>
            <a:r>
              <a:rPr lang="en-US" sz="1200" b="1">
                <a:solidFill>
                  <a:srgbClr val="663366">
                    <a:lumMod val="50000"/>
                  </a:srgbClr>
                </a:solidFill>
              </a:rPr>
              <a:t>My Evidence (Portfolio):</a:t>
            </a:r>
          </a:p>
          <a:p>
            <a:pPr lvl="1">
              <a:lnSpc>
                <a:spcPct val="150000"/>
              </a:lnSpc>
              <a:buBlip>
                <a:blip r:embed="rId5"/>
              </a:buBlip>
              <a:defRPr/>
            </a:pPr>
            <a:r>
              <a:rPr lang="en-US" sz="1100">
                <a:solidFill>
                  <a:srgbClr val="663366">
                    <a:lumMod val="50000"/>
                  </a:srgbClr>
                </a:solidFill>
              </a:rPr>
              <a:t>(Prompt: Which product(s) in </a:t>
            </a:r>
            <a:r>
              <a:rPr lang="en-US" sz="1100" err="1">
                <a:solidFill>
                  <a:srgbClr val="663366">
                    <a:lumMod val="50000"/>
                  </a:srgbClr>
                </a:solidFill>
              </a:rPr>
              <a:t>Portflow</a:t>
            </a:r>
            <a:r>
              <a:rPr lang="en-US" sz="1100">
                <a:solidFill>
                  <a:srgbClr val="663366">
                    <a:lumMod val="50000"/>
                  </a:srgbClr>
                </a:solidFill>
              </a:rPr>
              <a:t> prove this? E.g., The research report, the network design, test report.)</a:t>
            </a:r>
          </a:p>
          <a:p>
            <a:pPr lvl="0">
              <a:lnSpc>
                <a:spcPct val="150000"/>
              </a:lnSpc>
              <a:buBlip>
                <a:blip r:embed="rId5"/>
              </a:buBlip>
              <a:defRPr/>
            </a:pPr>
            <a:r>
              <a:rPr lang="en-US" sz="1200" b="1">
                <a:solidFill>
                  <a:srgbClr val="663366">
                    <a:lumMod val="50000"/>
                  </a:srgbClr>
                </a:solidFill>
              </a:rPr>
              <a:t>My Self-Assessment (See Scale on Slide 3):</a:t>
            </a:r>
          </a:p>
          <a:p>
            <a:pPr lvl="1">
              <a:lnSpc>
                <a:spcPct val="150000"/>
              </a:lnSpc>
              <a:buBlip>
                <a:blip r:embed="rId5"/>
              </a:buBlip>
              <a:defRPr/>
            </a:pPr>
            <a:r>
              <a:rPr lang="en-US" sz="1100" i="1">
                <a:solidFill>
                  <a:srgbClr val="663366">
                    <a:lumMod val="50000"/>
                  </a:srgbClr>
                </a:solidFill>
              </a:rPr>
              <a:t>(Prompt: What level am I at? Why? E.g., "I am at 'Beginning Proficient' because I researched and implemented a product...")</a:t>
            </a:r>
          </a:p>
          <a:p>
            <a:pPr>
              <a:lnSpc>
                <a:spcPct val="150000"/>
              </a:lnSpc>
              <a:buBlip>
                <a:blip r:embed="rId5"/>
              </a:buBlip>
              <a:defRPr/>
            </a:pPr>
            <a:r>
              <a:rPr lang="en-US" sz="1200" b="1"/>
              <a:t>Plan Your Next Step:</a:t>
            </a:r>
            <a:r>
              <a:rPr lang="en-US" sz="1200"/>
              <a:t> </a:t>
            </a:r>
          </a:p>
          <a:p>
            <a:pPr lvl="1">
              <a:lnSpc>
                <a:spcPct val="150000"/>
              </a:lnSpc>
              <a:buBlip>
                <a:blip r:embed="rId5"/>
              </a:buBlip>
              <a:defRPr/>
            </a:pPr>
            <a:r>
              <a:rPr lang="en-US" sz="1100" i="1"/>
              <a:t>Think about what you need to do after this to keep growing.</a:t>
            </a:r>
            <a:endParaRPr lang="en-US" sz="1100" i="1">
              <a:solidFill>
                <a:srgbClr val="663366">
                  <a:lumMod val="50000"/>
                </a:srgbClr>
              </a:solidFill>
            </a:endParaRPr>
          </a:p>
          <a:p>
            <a:pPr lvl="0">
              <a:lnSpc>
                <a:spcPct val="150000"/>
              </a:lnSpc>
              <a:buBlip>
                <a:blip r:embed="rId5"/>
              </a:buBlip>
              <a:defRPr/>
            </a:pPr>
            <a:endParaRPr lang="en-US" sz="1200">
              <a:solidFill>
                <a:srgbClr val="663366">
                  <a:lumMod val="50000"/>
                </a:srgbClr>
              </a:solidFill>
            </a:endParaRPr>
          </a:p>
          <a:p>
            <a:pPr lvl="0">
              <a:lnSpc>
                <a:spcPct val="150000"/>
              </a:lnSpc>
              <a:buBlip>
                <a:blip r:embed="rId5"/>
              </a:buBlip>
              <a:defRPr/>
            </a:pPr>
            <a:r>
              <a:rPr lang="en-US" sz="1200">
                <a:solidFill>
                  <a:srgbClr val="663366">
                    <a:lumMod val="50000"/>
                  </a:srgbClr>
                </a:solidFill>
              </a:rPr>
              <a:t>[ ] I request an official Formative Indication (FI)</a:t>
            </a:r>
            <a:endParaRPr kumimoji="0" lang="en-US" sz="1200" b="0" i="0" u="none" strike="noStrike" kern="1200" cap="none" spc="0" normalizeH="0" baseline="0" noProof="0">
              <a:ln>
                <a:noFill/>
              </a:ln>
              <a:solidFill>
                <a:srgbClr val="663366">
                  <a:lumMod val="50000"/>
                </a:srgbClr>
              </a:solidFill>
              <a:effectLst/>
              <a:uLnTx/>
              <a:uFillTx/>
              <a:latin typeface="Arial"/>
              <a:ea typeface="+mn-ea"/>
              <a:cs typeface="Arial"/>
            </a:endParaRPr>
          </a:p>
        </p:txBody>
      </p:sp>
    </p:spTree>
    <p:extLst>
      <p:ext uri="{BB962C8B-B14F-4D97-AF65-F5344CB8AC3E}">
        <p14:creationId xmlns:p14="http://schemas.microsoft.com/office/powerpoint/2010/main" val="507250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E14C2-9D94-BDF0-9330-4529CBC43CC2}"/>
            </a:ext>
          </a:extLst>
        </p:cNvPr>
        <p:cNvGrpSpPr/>
        <p:nvPr/>
      </p:nvGrpSpPr>
      <p:grpSpPr>
        <a:xfrm>
          <a:off x="0" y="0"/>
          <a:ext cx="0" cy="0"/>
          <a:chOff x="0" y="0"/>
          <a:chExt cx="0" cy="0"/>
        </a:xfrm>
      </p:grpSpPr>
      <p:pic>
        <p:nvPicPr>
          <p:cNvPr id="3" name="Afbeelding 2">
            <a:extLst>
              <a:ext uri="{FF2B5EF4-FFF2-40B4-BE49-F238E27FC236}">
                <a16:creationId xmlns:a16="http://schemas.microsoft.com/office/drawing/2014/main" id="{46DA0262-ED5E-A27B-2423-586A13B54ACB}"/>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a:off x="0" y="0"/>
            <a:ext cx="1356090" cy="6858000"/>
          </a:xfrm>
          <a:prstGeom prst="rect">
            <a:avLst/>
          </a:prstGeom>
        </p:spPr>
      </p:pic>
      <p:sp>
        <p:nvSpPr>
          <p:cNvPr id="12" name="Tekstvak 11">
            <a:extLst>
              <a:ext uri="{FF2B5EF4-FFF2-40B4-BE49-F238E27FC236}">
                <a16:creationId xmlns:a16="http://schemas.microsoft.com/office/drawing/2014/main" id="{34FF57EC-174E-6DFF-DD04-6ECF20C11409}"/>
              </a:ext>
            </a:extLst>
          </p:cNvPr>
          <p:cNvSpPr txBox="1"/>
          <p:nvPr/>
        </p:nvSpPr>
        <p:spPr>
          <a:xfrm>
            <a:off x="389777" y="642308"/>
            <a:ext cx="10051178" cy="710552"/>
          </a:xfrm>
          <a:prstGeom prst="rect">
            <a:avLst/>
          </a:prstGeom>
          <a:solidFill>
            <a:srgbClr val="E40086"/>
          </a:solidFill>
        </p:spPr>
        <p:txBody>
          <a:bodyPr wrap="square" lIns="180000" tIns="108000" rIns="180000" bIns="108000" rtlCol="0">
            <a:spAutoFit/>
          </a:bodyPr>
          <a:lstStyle/>
          <a:p>
            <a:r>
              <a:rPr lang="nl-NL" sz="3200" b="1">
                <a:solidFill>
                  <a:schemeClr val="bg1"/>
                </a:solidFill>
                <a:latin typeface="Arial" panose="020B0604020202020204" pitchFamily="34" charset="0"/>
                <a:cs typeface="Arial" panose="020B0604020202020204" pitchFamily="34" charset="0"/>
              </a:rPr>
              <a:t>LO3 – Basic Automation</a:t>
            </a:r>
            <a:endParaRPr lang="nl-NL" sz="1600">
              <a:solidFill>
                <a:schemeClr val="bg1"/>
              </a:solidFill>
              <a:latin typeface="Arial" panose="020B0604020202020204" pitchFamily="34" charset="0"/>
              <a:cs typeface="Arial" panose="020B0604020202020204" pitchFamily="34" charset="0"/>
            </a:endParaRPr>
          </a:p>
        </p:txBody>
      </p:sp>
      <p:pic>
        <p:nvPicPr>
          <p:cNvPr id="13" name="Afbeelding 12">
            <a:extLst>
              <a:ext uri="{FF2B5EF4-FFF2-40B4-BE49-F238E27FC236}">
                <a16:creationId xmlns:a16="http://schemas.microsoft.com/office/drawing/2014/main" id="{9C856636-62CC-5FAC-F48C-A8E206A740AC}"/>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r="57818"/>
          <a:stretch/>
        </p:blipFill>
        <p:spPr>
          <a:xfrm>
            <a:off x="389777" y="5556293"/>
            <a:ext cx="966313" cy="972550"/>
          </a:xfrm>
          <a:prstGeom prst="rect">
            <a:avLst/>
          </a:prstGeom>
        </p:spPr>
      </p:pic>
      <p:sp>
        <p:nvSpPr>
          <p:cNvPr id="2" name="Tijdelijke aanduiding voor inhoud 2">
            <a:extLst>
              <a:ext uri="{FF2B5EF4-FFF2-40B4-BE49-F238E27FC236}">
                <a16:creationId xmlns:a16="http://schemas.microsoft.com/office/drawing/2014/main" id="{A6341406-C797-07E7-5D37-8FBFD08BFC8F}"/>
              </a:ext>
            </a:extLst>
          </p:cNvPr>
          <p:cNvSpPr txBox="1">
            <a:spLocks/>
          </p:cNvSpPr>
          <p:nvPr/>
        </p:nvSpPr>
        <p:spPr>
          <a:xfrm>
            <a:off x="1356090" y="1380358"/>
            <a:ext cx="10269900" cy="4664841"/>
          </a:xfrm>
          <a:prstGeom prst="rect">
            <a:avLst/>
          </a:prstGeom>
        </p:spPr>
        <p:txBody>
          <a:bodyPr>
            <a:noAutofit/>
          </a:bodyPr>
          <a:lstStyle>
            <a:lvl1pPr marL="222250" indent="-222250" algn="l" defTabSz="457200" rtl="0" eaLnBrk="1" latinLnBrk="0" hangingPunct="1">
              <a:spcBef>
                <a:spcPct val="20000"/>
              </a:spcBef>
              <a:buFont typeface="Wingdings" pitchFamily="2" charset="2"/>
              <a:buChar char="§"/>
              <a:tabLst/>
              <a:defRPr sz="2000" kern="1200">
                <a:solidFill>
                  <a:schemeClr val="tx1">
                    <a:lumMod val="50000"/>
                  </a:schemeClr>
                </a:solidFill>
                <a:latin typeface="Arial"/>
                <a:ea typeface="+mn-ea"/>
                <a:cs typeface="Arial"/>
              </a:defRPr>
            </a:lvl1pPr>
            <a:lvl2pPr marL="666750" indent="-209550" algn="l" defTabSz="457200" rtl="0" eaLnBrk="1" latinLnBrk="0" hangingPunct="1">
              <a:spcBef>
                <a:spcPct val="20000"/>
              </a:spcBef>
              <a:buFont typeface="Arial"/>
              <a:buChar char="–"/>
              <a:tabLst/>
              <a:defRPr sz="1800" kern="1200">
                <a:solidFill>
                  <a:schemeClr val="tx1">
                    <a:lumMod val="50000"/>
                  </a:schemeClr>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0">
              <a:lnSpc>
                <a:spcPct val="150000"/>
              </a:lnSpc>
              <a:buBlip>
                <a:blip r:embed="rId5"/>
              </a:buBlip>
              <a:defRPr/>
            </a:pPr>
            <a:r>
              <a:rPr lang="en-US" sz="1200" b="1" i="1">
                <a:solidFill>
                  <a:srgbClr val="663366">
                    <a:lumMod val="50000"/>
                  </a:srgbClr>
                </a:solidFill>
              </a:rPr>
              <a:t>The 'What' (Definition LO):</a:t>
            </a:r>
          </a:p>
          <a:p>
            <a:pPr lvl="1">
              <a:lnSpc>
                <a:spcPct val="150000"/>
              </a:lnSpc>
              <a:buBlip>
                <a:blip r:embed="rId5"/>
              </a:buBlip>
              <a:defRPr/>
            </a:pPr>
            <a:r>
              <a:rPr lang="en-US" sz="1100" i="1"/>
              <a:t>After </a:t>
            </a:r>
            <a:r>
              <a:rPr lang="en-US" sz="1100" b="1" i="1"/>
              <a:t>conducting research</a:t>
            </a:r>
            <a:r>
              <a:rPr lang="en-US" sz="1100" i="1"/>
              <a:t>, you are able to automate the </a:t>
            </a:r>
            <a:r>
              <a:rPr lang="en-US" sz="1100" b="1" i="1"/>
              <a:t>deployment</a:t>
            </a:r>
            <a:r>
              <a:rPr lang="en-US" sz="1100" i="1"/>
              <a:t> of </a:t>
            </a:r>
            <a:r>
              <a:rPr lang="en-US" sz="1100" b="1" i="1"/>
              <a:t>an infrastructure, application, and business process </a:t>
            </a:r>
            <a:r>
              <a:rPr lang="en-US" sz="1100" i="1"/>
              <a:t>by </a:t>
            </a:r>
            <a:r>
              <a:rPr lang="en-US" sz="1100" b="1" i="1"/>
              <a:t>programming</a:t>
            </a:r>
            <a:r>
              <a:rPr lang="en-US" sz="1100" i="1"/>
              <a:t> </a:t>
            </a:r>
            <a:r>
              <a:rPr lang="en-US" sz="1100" b="1" i="1"/>
              <a:t>scripts, </a:t>
            </a:r>
            <a:r>
              <a:rPr lang="en-US" sz="1100" i="1"/>
              <a:t>based on the specified requirements of a </a:t>
            </a:r>
            <a:r>
              <a:rPr lang="en-US" sz="1100" b="1" i="1"/>
              <a:t>small SME.</a:t>
            </a:r>
          </a:p>
          <a:p>
            <a:pPr lvl="0">
              <a:lnSpc>
                <a:spcPct val="150000"/>
              </a:lnSpc>
              <a:buBlip>
                <a:blip r:embed="rId5"/>
              </a:buBlip>
              <a:defRPr/>
            </a:pPr>
            <a:r>
              <a:rPr lang="en-US" sz="1200" b="1">
                <a:solidFill>
                  <a:srgbClr val="663366">
                    <a:lumMod val="50000"/>
                  </a:srgbClr>
                </a:solidFill>
              </a:rPr>
              <a:t>My Research (The 'Why'):</a:t>
            </a:r>
          </a:p>
          <a:p>
            <a:pPr lvl="1">
              <a:lnSpc>
                <a:spcPct val="150000"/>
              </a:lnSpc>
              <a:buBlip>
                <a:blip r:embed="rId5"/>
              </a:buBlip>
              <a:defRPr/>
            </a:pPr>
            <a:r>
              <a:rPr lang="en-US" sz="1100" i="1">
                <a:solidFill>
                  <a:srgbClr val="663366">
                    <a:lumMod val="50000"/>
                  </a:srgbClr>
                </a:solidFill>
              </a:rPr>
              <a:t>(Prompt: Why this solution? e.g., a comparison of protocols, a design choice based on requirements, or a key finding from documentation. Which DOT-framework methods you used?)</a:t>
            </a:r>
          </a:p>
          <a:p>
            <a:pPr lvl="0">
              <a:lnSpc>
                <a:spcPct val="150000"/>
              </a:lnSpc>
              <a:buBlip>
                <a:blip r:embed="rId5"/>
              </a:buBlip>
              <a:defRPr/>
            </a:pPr>
            <a:r>
              <a:rPr lang="en-US" sz="1200" b="1">
                <a:solidFill>
                  <a:srgbClr val="663366">
                    <a:lumMod val="50000"/>
                  </a:srgbClr>
                </a:solidFill>
              </a:rPr>
              <a:t>My Evidence (Portfolio):</a:t>
            </a:r>
          </a:p>
          <a:p>
            <a:pPr lvl="1">
              <a:lnSpc>
                <a:spcPct val="150000"/>
              </a:lnSpc>
              <a:buBlip>
                <a:blip r:embed="rId5"/>
              </a:buBlip>
              <a:defRPr/>
            </a:pPr>
            <a:r>
              <a:rPr lang="en-US" sz="1100">
                <a:solidFill>
                  <a:srgbClr val="663366">
                    <a:lumMod val="50000"/>
                  </a:srgbClr>
                </a:solidFill>
              </a:rPr>
              <a:t>(Prompt: Which product(s) in </a:t>
            </a:r>
            <a:r>
              <a:rPr lang="en-US" sz="1100" err="1">
                <a:solidFill>
                  <a:srgbClr val="663366">
                    <a:lumMod val="50000"/>
                  </a:srgbClr>
                </a:solidFill>
              </a:rPr>
              <a:t>Portflow</a:t>
            </a:r>
            <a:r>
              <a:rPr lang="en-US" sz="1100">
                <a:solidFill>
                  <a:srgbClr val="663366">
                    <a:lumMod val="50000"/>
                  </a:srgbClr>
                </a:solidFill>
              </a:rPr>
              <a:t> prove this? E.g., The research report, the network design, test report.)</a:t>
            </a:r>
          </a:p>
          <a:p>
            <a:pPr lvl="0">
              <a:lnSpc>
                <a:spcPct val="150000"/>
              </a:lnSpc>
              <a:buBlip>
                <a:blip r:embed="rId5"/>
              </a:buBlip>
              <a:defRPr/>
            </a:pPr>
            <a:r>
              <a:rPr lang="en-US" sz="1200" b="1">
                <a:solidFill>
                  <a:srgbClr val="663366">
                    <a:lumMod val="50000"/>
                  </a:srgbClr>
                </a:solidFill>
              </a:rPr>
              <a:t>My Self-Assessment (See Scale on Slide 3):</a:t>
            </a:r>
          </a:p>
          <a:p>
            <a:pPr lvl="1">
              <a:lnSpc>
                <a:spcPct val="150000"/>
              </a:lnSpc>
              <a:buBlip>
                <a:blip r:embed="rId5"/>
              </a:buBlip>
              <a:defRPr/>
            </a:pPr>
            <a:r>
              <a:rPr lang="en-US" sz="1100" i="1">
                <a:solidFill>
                  <a:srgbClr val="663366">
                    <a:lumMod val="50000"/>
                  </a:srgbClr>
                </a:solidFill>
              </a:rPr>
              <a:t>(Prompt: What level am I at? Why? E.g., "I am at 'Beginning Proficient' because I researched and implemented a product...")</a:t>
            </a:r>
          </a:p>
          <a:p>
            <a:pPr>
              <a:lnSpc>
                <a:spcPct val="150000"/>
              </a:lnSpc>
              <a:buBlip>
                <a:blip r:embed="rId5"/>
              </a:buBlip>
              <a:defRPr/>
            </a:pPr>
            <a:r>
              <a:rPr lang="en-US" sz="1200" b="1"/>
              <a:t>Plan Your Next Step:</a:t>
            </a:r>
            <a:r>
              <a:rPr lang="en-US" sz="1200"/>
              <a:t> </a:t>
            </a:r>
          </a:p>
          <a:p>
            <a:pPr lvl="1">
              <a:lnSpc>
                <a:spcPct val="150000"/>
              </a:lnSpc>
              <a:buBlip>
                <a:blip r:embed="rId5"/>
              </a:buBlip>
              <a:defRPr/>
            </a:pPr>
            <a:r>
              <a:rPr lang="en-US" sz="1100" i="1"/>
              <a:t>Think about what you need to do after this to keep growing.</a:t>
            </a:r>
            <a:endParaRPr lang="en-US" sz="1100" i="1">
              <a:solidFill>
                <a:srgbClr val="663366">
                  <a:lumMod val="50000"/>
                </a:srgbClr>
              </a:solidFill>
            </a:endParaRPr>
          </a:p>
          <a:p>
            <a:pPr lvl="0">
              <a:lnSpc>
                <a:spcPct val="150000"/>
              </a:lnSpc>
              <a:buBlip>
                <a:blip r:embed="rId5"/>
              </a:buBlip>
              <a:defRPr/>
            </a:pPr>
            <a:endParaRPr lang="en-US" sz="1200">
              <a:solidFill>
                <a:srgbClr val="663366">
                  <a:lumMod val="50000"/>
                </a:srgbClr>
              </a:solidFill>
            </a:endParaRPr>
          </a:p>
          <a:p>
            <a:pPr lvl="0">
              <a:lnSpc>
                <a:spcPct val="150000"/>
              </a:lnSpc>
              <a:buBlip>
                <a:blip r:embed="rId5"/>
              </a:buBlip>
              <a:defRPr/>
            </a:pPr>
            <a:r>
              <a:rPr lang="en-US" sz="1200">
                <a:solidFill>
                  <a:srgbClr val="663366">
                    <a:lumMod val="50000"/>
                  </a:srgbClr>
                </a:solidFill>
              </a:rPr>
              <a:t>[ ] I request an official Formative Indication (FI)</a:t>
            </a:r>
            <a:endParaRPr kumimoji="0" lang="en-US" sz="1200" b="0" i="0" u="none" strike="noStrike" kern="1200" cap="none" spc="0" normalizeH="0" baseline="0" noProof="0">
              <a:ln>
                <a:noFill/>
              </a:ln>
              <a:solidFill>
                <a:srgbClr val="663366">
                  <a:lumMod val="50000"/>
                </a:srgbClr>
              </a:solidFill>
              <a:effectLst/>
              <a:uLnTx/>
              <a:uFillTx/>
              <a:latin typeface="Arial"/>
              <a:ea typeface="+mn-ea"/>
              <a:cs typeface="Arial"/>
            </a:endParaRPr>
          </a:p>
        </p:txBody>
      </p:sp>
    </p:spTree>
    <p:extLst>
      <p:ext uri="{BB962C8B-B14F-4D97-AF65-F5344CB8AC3E}">
        <p14:creationId xmlns:p14="http://schemas.microsoft.com/office/powerpoint/2010/main" val="2990557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43546-E191-0158-FA94-1BBBD9BB15A2}"/>
            </a:ext>
          </a:extLst>
        </p:cNvPr>
        <p:cNvGrpSpPr/>
        <p:nvPr/>
      </p:nvGrpSpPr>
      <p:grpSpPr>
        <a:xfrm>
          <a:off x="0" y="0"/>
          <a:ext cx="0" cy="0"/>
          <a:chOff x="0" y="0"/>
          <a:chExt cx="0" cy="0"/>
        </a:xfrm>
      </p:grpSpPr>
      <p:pic>
        <p:nvPicPr>
          <p:cNvPr id="3" name="Afbeelding 2">
            <a:extLst>
              <a:ext uri="{FF2B5EF4-FFF2-40B4-BE49-F238E27FC236}">
                <a16:creationId xmlns:a16="http://schemas.microsoft.com/office/drawing/2014/main" id="{468E8DD7-3EB4-C495-93E5-3A327EC45E85}"/>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a:off x="0" y="0"/>
            <a:ext cx="1356090" cy="6858000"/>
          </a:xfrm>
          <a:prstGeom prst="rect">
            <a:avLst/>
          </a:prstGeom>
        </p:spPr>
      </p:pic>
      <p:sp>
        <p:nvSpPr>
          <p:cNvPr id="12" name="Tekstvak 11">
            <a:extLst>
              <a:ext uri="{FF2B5EF4-FFF2-40B4-BE49-F238E27FC236}">
                <a16:creationId xmlns:a16="http://schemas.microsoft.com/office/drawing/2014/main" id="{62633F15-AF91-2017-DA0B-E29671053D31}"/>
              </a:ext>
            </a:extLst>
          </p:cNvPr>
          <p:cNvSpPr txBox="1"/>
          <p:nvPr/>
        </p:nvSpPr>
        <p:spPr>
          <a:xfrm>
            <a:off x="389777" y="642308"/>
            <a:ext cx="10051178" cy="710552"/>
          </a:xfrm>
          <a:prstGeom prst="rect">
            <a:avLst/>
          </a:prstGeom>
          <a:solidFill>
            <a:srgbClr val="E40086"/>
          </a:solidFill>
        </p:spPr>
        <p:txBody>
          <a:bodyPr wrap="square" lIns="180000" tIns="108000" rIns="180000" bIns="108000" rtlCol="0">
            <a:spAutoFit/>
          </a:bodyPr>
          <a:lstStyle/>
          <a:p>
            <a:r>
              <a:rPr lang="nl-NL" sz="3200" b="1">
                <a:solidFill>
                  <a:schemeClr val="bg1"/>
                </a:solidFill>
                <a:latin typeface="Arial" panose="020B0604020202020204" pitchFamily="34" charset="0"/>
                <a:cs typeface="Arial" panose="020B0604020202020204" pitchFamily="34" charset="0"/>
              </a:rPr>
              <a:t>LO4 – Manage &amp; Control Basic</a:t>
            </a:r>
            <a:endParaRPr lang="nl-NL" sz="1600">
              <a:solidFill>
                <a:schemeClr val="bg1"/>
              </a:solidFill>
              <a:latin typeface="Arial" panose="020B0604020202020204" pitchFamily="34" charset="0"/>
              <a:cs typeface="Arial" panose="020B0604020202020204" pitchFamily="34" charset="0"/>
            </a:endParaRPr>
          </a:p>
        </p:txBody>
      </p:sp>
      <p:pic>
        <p:nvPicPr>
          <p:cNvPr id="13" name="Afbeelding 12">
            <a:extLst>
              <a:ext uri="{FF2B5EF4-FFF2-40B4-BE49-F238E27FC236}">
                <a16:creationId xmlns:a16="http://schemas.microsoft.com/office/drawing/2014/main" id="{F309B8A5-D12B-F992-657A-37A7CE82088A}"/>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r="57818"/>
          <a:stretch/>
        </p:blipFill>
        <p:spPr>
          <a:xfrm>
            <a:off x="389777" y="5556293"/>
            <a:ext cx="966313" cy="972550"/>
          </a:xfrm>
          <a:prstGeom prst="rect">
            <a:avLst/>
          </a:prstGeom>
        </p:spPr>
      </p:pic>
      <p:sp>
        <p:nvSpPr>
          <p:cNvPr id="2" name="Tijdelijke aanduiding voor inhoud 2">
            <a:extLst>
              <a:ext uri="{FF2B5EF4-FFF2-40B4-BE49-F238E27FC236}">
                <a16:creationId xmlns:a16="http://schemas.microsoft.com/office/drawing/2014/main" id="{07E7F55E-7554-49C4-1ED1-28C6990F67B0}"/>
              </a:ext>
            </a:extLst>
          </p:cNvPr>
          <p:cNvSpPr txBox="1">
            <a:spLocks/>
          </p:cNvSpPr>
          <p:nvPr/>
        </p:nvSpPr>
        <p:spPr>
          <a:xfrm>
            <a:off x="1356090" y="1380358"/>
            <a:ext cx="10269900" cy="4664841"/>
          </a:xfrm>
          <a:prstGeom prst="rect">
            <a:avLst/>
          </a:prstGeom>
        </p:spPr>
        <p:txBody>
          <a:bodyPr>
            <a:noAutofit/>
          </a:bodyPr>
          <a:lstStyle>
            <a:lvl1pPr marL="222250" indent="-222250" algn="l" defTabSz="457200" rtl="0" eaLnBrk="1" latinLnBrk="0" hangingPunct="1">
              <a:spcBef>
                <a:spcPct val="20000"/>
              </a:spcBef>
              <a:buFont typeface="Wingdings" pitchFamily="2" charset="2"/>
              <a:buChar char="§"/>
              <a:tabLst/>
              <a:defRPr sz="2000" kern="1200">
                <a:solidFill>
                  <a:schemeClr val="tx1">
                    <a:lumMod val="50000"/>
                  </a:schemeClr>
                </a:solidFill>
                <a:latin typeface="Arial"/>
                <a:ea typeface="+mn-ea"/>
                <a:cs typeface="Arial"/>
              </a:defRPr>
            </a:lvl1pPr>
            <a:lvl2pPr marL="666750" indent="-209550" algn="l" defTabSz="457200" rtl="0" eaLnBrk="1" latinLnBrk="0" hangingPunct="1">
              <a:spcBef>
                <a:spcPct val="20000"/>
              </a:spcBef>
              <a:buFont typeface="Arial"/>
              <a:buChar char="–"/>
              <a:tabLst/>
              <a:defRPr sz="1800" kern="1200">
                <a:solidFill>
                  <a:schemeClr val="tx1">
                    <a:lumMod val="50000"/>
                  </a:schemeClr>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0">
              <a:lnSpc>
                <a:spcPct val="150000"/>
              </a:lnSpc>
              <a:buBlip>
                <a:blip r:embed="rId5"/>
              </a:buBlip>
              <a:defRPr/>
            </a:pPr>
            <a:r>
              <a:rPr lang="en-US" sz="1200" b="1" i="1">
                <a:solidFill>
                  <a:srgbClr val="663366">
                    <a:lumMod val="50000"/>
                  </a:srgbClr>
                </a:solidFill>
              </a:rPr>
              <a:t>The 'What' (Definition LO):</a:t>
            </a:r>
          </a:p>
          <a:p>
            <a:pPr lvl="1">
              <a:lnSpc>
                <a:spcPct val="150000"/>
              </a:lnSpc>
              <a:buBlip>
                <a:blip r:embed="rId5"/>
              </a:buBlip>
              <a:defRPr/>
            </a:pPr>
            <a:r>
              <a:rPr lang="en-US" sz="1100" i="1"/>
              <a:t>After </a:t>
            </a:r>
            <a:r>
              <a:rPr lang="en-US" sz="1100" b="1" i="1"/>
              <a:t>conducting research</a:t>
            </a:r>
            <a:r>
              <a:rPr lang="en-US" sz="1100" i="1"/>
              <a:t>, you are able to </a:t>
            </a:r>
            <a:r>
              <a:rPr lang="en-US" sz="1100" b="1" i="1"/>
              <a:t>design</a:t>
            </a:r>
            <a:r>
              <a:rPr lang="en-US" sz="1100" i="1"/>
              <a:t> an </a:t>
            </a:r>
            <a:r>
              <a:rPr lang="en-US" sz="1100" b="1" i="1"/>
              <a:t>infrastructure </a:t>
            </a:r>
            <a:r>
              <a:rPr lang="en-US" sz="1100" i="1"/>
              <a:t>based on the specified requirements of a </a:t>
            </a:r>
            <a:r>
              <a:rPr lang="en-US" sz="1100" b="1" i="1"/>
              <a:t>small SME </a:t>
            </a:r>
            <a:r>
              <a:rPr lang="en-US" sz="1100" i="1"/>
              <a:t>that considers certain </a:t>
            </a:r>
            <a:r>
              <a:rPr lang="en-US" sz="1100" b="1" i="1"/>
              <a:t>management aspects and processes </a:t>
            </a:r>
            <a:r>
              <a:rPr lang="en-US" sz="1100" i="1"/>
              <a:t>and complies with local </a:t>
            </a:r>
            <a:r>
              <a:rPr lang="en-US" sz="1100" b="1" i="1"/>
              <a:t>laws and regulations</a:t>
            </a:r>
            <a:r>
              <a:rPr lang="en-US" sz="1100" i="1"/>
              <a:t>.</a:t>
            </a:r>
            <a:endParaRPr lang="en-US" sz="1100" b="1" i="1"/>
          </a:p>
          <a:p>
            <a:pPr lvl="0">
              <a:lnSpc>
                <a:spcPct val="150000"/>
              </a:lnSpc>
              <a:buBlip>
                <a:blip r:embed="rId5"/>
              </a:buBlip>
              <a:defRPr/>
            </a:pPr>
            <a:r>
              <a:rPr lang="en-US" sz="1200" b="1">
                <a:solidFill>
                  <a:srgbClr val="663366">
                    <a:lumMod val="50000"/>
                  </a:srgbClr>
                </a:solidFill>
              </a:rPr>
              <a:t>My Research (The 'Why'):</a:t>
            </a:r>
          </a:p>
          <a:p>
            <a:pPr lvl="1">
              <a:lnSpc>
                <a:spcPct val="150000"/>
              </a:lnSpc>
              <a:buBlip>
                <a:blip r:embed="rId5"/>
              </a:buBlip>
              <a:defRPr/>
            </a:pPr>
            <a:r>
              <a:rPr lang="en-US" sz="1100" i="1">
                <a:solidFill>
                  <a:srgbClr val="663366">
                    <a:lumMod val="50000"/>
                  </a:srgbClr>
                </a:solidFill>
              </a:rPr>
              <a:t>(Prompt: Why this solution? e.g., a comparison of protocols, a design choice based on requirements, or a key finding from documentation. Which DOT-framework methods you used?)</a:t>
            </a:r>
          </a:p>
          <a:p>
            <a:pPr lvl="0">
              <a:lnSpc>
                <a:spcPct val="150000"/>
              </a:lnSpc>
              <a:buBlip>
                <a:blip r:embed="rId5"/>
              </a:buBlip>
              <a:defRPr/>
            </a:pPr>
            <a:r>
              <a:rPr lang="en-US" sz="1200" b="1">
                <a:solidFill>
                  <a:srgbClr val="663366">
                    <a:lumMod val="50000"/>
                  </a:srgbClr>
                </a:solidFill>
              </a:rPr>
              <a:t>My Evidence (Portfolio):</a:t>
            </a:r>
          </a:p>
          <a:p>
            <a:pPr lvl="1">
              <a:lnSpc>
                <a:spcPct val="150000"/>
              </a:lnSpc>
              <a:buBlip>
                <a:blip r:embed="rId5"/>
              </a:buBlip>
              <a:defRPr/>
            </a:pPr>
            <a:r>
              <a:rPr lang="en-US" sz="1100">
                <a:solidFill>
                  <a:srgbClr val="663366">
                    <a:lumMod val="50000"/>
                  </a:srgbClr>
                </a:solidFill>
              </a:rPr>
              <a:t>(Prompt: Which product(s) in </a:t>
            </a:r>
            <a:r>
              <a:rPr lang="en-US" sz="1100" err="1">
                <a:solidFill>
                  <a:srgbClr val="663366">
                    <a:lumMod val="50000"/>
                  </a:srgbClr>
                </a:solidFill>
              </a:rPr>
              <a:t>Portflow</a:t>
            </a:r>
            <a:r>
              <a:rPr lang="en-US" sz="1100">
                <a:solidFill>
                  <a:srgbClr val="663366">
                    <a:lumMod val="50000"/>
                  </a:srgbClr>
                </a:solidFill>
              </a:rPr>
              <a:t> prove this? E.g., The research report, the network design, test report.)</a:t>
            </a:r>
          </a:p>
          <a:p>
            <a:pPr lvl="0">
              <a:lnSpc>
                <a:spcPct val="150000"/>
              </a:lnSpc>
              <a:buBlip>
                <a:blip r:embed="rId5"/>
              </a:buBlip>
              <a:defRPr/>
            </a:pPr>
            <a:r>
              <a:rPr lang="en-US" sz="1200" b="1">
                <a:solidFill>
                  <a:srgbClr val="663366">
                    <a:lumMod val="50000"/>
                  </a:srgbClr>
                </a:solidFill>
              </a:rPr>
              <a:t>My Self-Assessment (See Scale on Slide 3):</a:t>
            </a:r>
          </a:p>
          <a:p>
            <a:pPr lvl="1">
              <a:lnSpc>
                <a:spcPct val="150000"/>
              </a:lnSpc>
              <a:buBlip>
                <a:blip r:embed="rId5"/>
              </a:buBlip>
              <a:defRPr/>
            </a:pPr>
            <a:r>
              <a:rPr lang="en-US" sz="1100" i="1">
                <a:solidFill>
                  <a:srgbClr val="663366">
                    <a:lumMod val="50000"/>
                  </a:srgbClr>
                </a:solidFill>
              </a:rPr>
              <a:t>(Prompt: What level am I at? Why? E.g., "I am at 'Beginning Proficient' because I researched and implemented a product...")</a:t>
            </a:r>
          </a:p>
          <a:p>
            <a:pPr>
              <a:lnSpc>
                <a:spcPct val="150000"/>
              </a:lnSpc>
              <a:buBlip>
                <a:blip r:embed="rId5"/>
              </a:buBlip>
              <a:defRPr/>
            </a:pPr>
            <a:r>
              <a:rPr lang="en-US" sz="1200" b="1"/>
              <a:t>Plan Your Next Step:</a:t>
            </a:r>
            <a:r>
              <a:rPr lang="en-US" sz="1200"/>
              <a:t> </a:t>
            </a:r>
          </a:p>
          <a:p>
            <a:pPr lvl="1">
              <a:lnSpc>
                <a:spcPct val="150000"/>
              </a:lnSpc>
              <a:buBlip>
                <a:blip r:embed="rId5"/>
              </a:buBlip>
              <a:defRPr/>
            </a:pPr>
            <a:r>
              <a:rPr lang="en-US" sz="1100" i="1"/>
              <a:t>Think about what you need to do after this to keep growing.</a:t>
            </a:r>
            <a:endParaRPr lang="en-US" sz="1100" i="1">
              <a:solidFill>
                <a:srgbClr val="663366">
                  <a:lumMod val="50000"/>
                </a:srgbClr>
              </a:solidFill>
            </a:endParaRPr>
          </a:p>
          <a:p>
            <a:pPr lvl="0">
              <a:lnSpc>
                <a:spcPct val="150000"/>
              </a:lnSpc>
              <a:buBlip>
                <a:blip r:embed="rId5"/>
              </a:buBlip>
              <a:defRPr/>
            </a:pPr>
            <a:endParaRPr lang="en-US" sz="1200">
              <a:solidFill>
                <a:srgbClr val="663366">
                  <a:lumMod val="50000"/>
                </a:srgbClr>
              </a:solidFill>
            </a:endParaRPr>
          </a:p>
          <a:p>
            <a:pPr lvl="0">
              <a:lnSpc>
                <a:spcPct val="150000"/>
              </a:lnSpc>
              <a:buBlip>
                <a:blip r:embed="rId5"/>
              </a:buBlip>
              <a:defRPr/>
            </a:pPr>
            <a:r>
              <a:rPr lang="en-US" sz="1200">
                <a:solidFill>
                  <a:srgbClr val="663366">
                    <a:lumMod val="50000"/>
                  </a:srgbClr>
                </a:solidFill>
              </a:rPr>
              <a:t>[ ] I request an official Formative Indication (FI)</a:t>
            </a:r>
            <a:endParaRPr kumimoji="0" lang="en-US" sz="1200" b="0" i="0" u="none" strike="noStrike" kern="1200" cap="none" spc="0" normalizeH="0" baseline="0" noProof="0">
              <a:ln>
                <a:noFill/>
              </a:ln>
              <a:solidFill>
                <a:srgbClr val="663366">
                  <a:lumMod val="50000"/>
                </a:srgbClr>
              </a:solidFill>
              <a:effectLst/>
              <a:uLnTx/>
              <a:uFillTx/>
              <a:latin typeface="Arial"/>
              <a:ea typeface="+mn-ea"/>
              <a:cs typeface="Arial"/>
            </a:endParaRPr>
          </a:p>
        </p:txBody>
      </p:sp>
    </p:spTree>
    <p:extLst>
      <p:ext uri="{BB962C8B-B14F-4D97-AF65-F5344CB8AC3E}">
        <p14:creationId xmlns:p14="http://schemas.microsoft.com/office/powerpoint/2010/main" val="2660484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33D91-DA3B-5025-8C91-F9DA57C9B49C}"/>
            </a:ext>
          </a:extLst>
        </p:cNvPr>
        <p:cNvGrpSpPr/>
        <p:nvPr/>
      </p:nvGrpSpPr>
      <p:grpSpPr>
        <a:xfrm>
          <a:off x="0" y="0"/>
          <a:ext cx="0" cy="0"/>
          <a:chOff x="0" y="0"/>
          <a:chExt cx="0" cy="0"/>
        </a:xfrm>
      </p:grpSpPr>
      <p:pic>
        <p:nvPicPr>
          <p:cNvPr id="3" name="Afbeelding 2">
            <a:extLst>
              <a:ext uri="{FF2B5EF4-FFF2-40B4-BE49-F238E27FC236}">
                <a16:creationId xmlns:a16="http://schemas.microsoft.com/office/drawing/2014/main" id="{C41C1842-989F-3CA0-FA02-030DDFD3FF53}"/>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a:off x="0" y="0"/>
            <a:ext cx="1356090" cy="6858000"/>
          </a:xfrm>
          <a:prstGeom prst="rect">
            <a:avLst/>
          </a:prstGeom>
        </p:spPr>
      </p:pic>
      <p:sp>
        <p:nvSpPr>
          <p:cNvPr id="12" name="Tekstvak 11">
            <a:extLst>
              <a:ext uri="{FF2B5EF4-FFF2-40B4-BE49-F238E27FC236}">
                <a16:creationId xmlns:a16="http://schemas.microsoft.com/office/drawing/2014/main" id="{3C801281-E18B-5E6F-ED39-CCBFF40F867E}"/>
              </a:ext>
            </a:extLst>
          </p:cNvPr>
          <p:cNvSpPr txBox="1"/>
          <p:nvPr/>
        </p:nvSpPr>
        <p:spPr>
          <a:xfrm>
            <a:off x="389777" y="642308"/>
            <a:ext cx="10051178" cy="710552"/>
          </a:xfrm>
          <a:prstGeom prst="rect">
            <a:avLst/>
          </a:prstGeom>
          <a:solidFill>
            <a:srgbClr val="E40086"/>
          </a:solidFill>
        </p:spPr>
        <p:txBody>
          <a:bodyPr wrap="square" lIns="180000" tIns="108000" rIns="180000" bIns="108000" rtlCol="0">
            <a:spAutoFit/>
          </a:bodyPr>
          <a:lstStyle/>
          <a:p>
            <a:r>
              <a:rPr lang="nl-NL" sz="3200" b="1">
                <a:solidFill>
                  <a:schemeClr val="bg1"/>
                </a:solidFill>
                <a:latin typeface="Arial" panose="020B0604020202020204" pitchFamily="34" charset="0"/>
                <a:cs typeface="Arial" panose="020B0604020202020204" pitchFamily="34" charset="0"/>
              </a:rPr>
              <a:t>LO5 – Professional standard</a:t>
            </a:r>
            <a:endParaRPr lang="nl-NL" sz="1600">
              <a:solidFill>
                <a:schemeClr val="bg1"/>
              </a:solidFill>
              <a:latin typeface="Arial" panose="020B0604020202020204" pitchFamily="34" charset="0"/>
              <a:cs typeface="Arial" panose="020B0604020202020204" pitchFamily="34" charset="0"/>
            </a:endParaRPr>
          </a:p>
        </p:txBody>
      </p:sp>
      <p:pic>
        <p:nvPicPr>
          <p:cNvPr id="13" name="Afbeelding 12">
            <a:extLst>
              <a:ext uri="{FF2B5EF4-FFF2-40B4-BE49-F238E27FC236}">
                <a16:creationId xmlns:a16="http://schemas.microsoft.com/office/drawing/2014/main" id="{10A1E2CB-DFCD-3F5A-6D68-F8F894D8E2CD}"/>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r="57818"/>
          <a:stretch/>
        </p:blipFill>
        <p:spPr>
          <a:xfrm>
            <a:off x="389777" y="5556293"/>
            <a:ext cx="966313" cy="972550"/>
          </a:xfrm>
          <a:prstGeom prst="rect">
            <a:avLst/>
          </a:prstGeom>
        </p:spPr>
      </p:pic>
      <p:sp>
        <p:nvSpPr>
          <p:cNvPr id="2" name="Tijdelijke aanduiding voor inhoud 2">
            <a:extLst>
              <a:ext uri="{FF2B5EF4-FFF2-40B4-BE49-F238E27FC236}">
                <a16:creationId xmlns:a16="http://schemas.microsoft.com/office/drawing/2014/main" id="{828BE24C-8835-3C8D-E79F-D7BD129B2B65}"/>
              </a:ext>
            </a:extLst>
          </p:cNvPr>
          <p:cNvSpPr txBox="1">
            <a:spLocks/>
          </p:cNvSpPr>
          <p:nvPr/>
        </p:nvSpPr>
        <p:spPr>
          <a:xfrm>
            <a:off x="1356090" y="1380358"/>
            <a:ext cx="10269900" cy="4664841"/>
          </a:xfrm>
          <a:prstGeom prst="rect">
            <a:avLst/>
          </a:prstGeom>
        </p:spPr>
        <p:txBody>
          <a:bodyPr>
            <a:noAutofit/>
          </a:bodyPr>
          <a:lstStyle>
            <a:lvl1pPr marL="222250" indent="-222250" algn="l" defTabSz="457200" rtl="0" eaLnBrk="1" latinLnBrk="0" hangingPunct="1">
              <a:spcBef>
                <a:spcPct val="20000"/>
              </a:spcBef>
              <a:buFont typeface="Wingdings" pitchFamily="2" charset="2"/>
              <a:buChar char="§"/>
              <a:tabLst/>
              <a:defRPr sz="2000" kern="1200">
                <a:solidFill>
                  <a:schemeClr val="tx1">
                    <a:lumMod val="50000"/>
                  </a:schemeClr>
                </a:solidFill>
                <a:latin typeface="Arial"/>
                <a:ea typeface="+mn-ea"/>
                <a:cs typeface="Arial"/>
              </a:defRPr>
            </a:lvl1pPr>
            <a:lvl2pPr marL="666750" indent="-209550" algn="l" defTabSz="457200" rtl="0" eaLnBrk="1" latinLnBrk="0" hangingPunct="1">
              <a:spcBef>
                <a:spcPct val="20000"/>
              </a:spcBef>
              <a:buFont typeface="Arial"/>
              <a:buChar char="–"/>
              <a:tabLst/>
              <a:defRPr sz="1800" kern="1200">
                <a:solidFill>
                  <a:schemeClr val="tx1">
                    <a:lumMod val="50000"/>
                  </a:schemeClr>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0">
              <a:lnSpc>
                <a:spcPct val="150000"/>
              </a:lnSpc>
              <a:buBlip>
                <a:blip r:embed="rId5"/>
              </a:buBlip>
              <a:defRPr/>
            </a:pPr>
            <a:r>
              <a:rPr lang="en-US" sz="1200" b="1" i="1">
                <a:solidFill>
                  <a:srgbClr val="663366">
                    <a:lumMod val="50000"/>
                  </a:srgbClr>
                </a:solidFill>
              </a:rPr>
              <a:t>The 'What' (Definition LO):</a:t>
            </a:r>
          </a:p>
          <a:p>
            <a:pPr lvl="1">
              <a:lnSpc>
                <a:spcPct val="150000"/>
              </a:lnSpc>
              <a:buBlip>
                <a:blip r:embed="rId5"/>
              </a:buBlip>
              <a:defRPr/>
            </a:pPr>
            <a:r>
              <a:rPr lang="en-US" sz="1100" i="1"/>
              <a:t>You </a:t>
            </a:r>
            <a:r>
              <a:rPr lang="en-US" sz="1100" b="1" i="1"/>
              <a:t>apply</a:t>
            </a:r>
            <a:r>
              <a:rPr lang="en-US" sz="1100" i="1"/>
              <a:t> professional practice, both individually and in teams, in the areas of project </a:t>
            </a:r>
            <a:r>
              <a:rPr lang="en-US" sz="1100" i="1" err="1"/>
              <a:t>organisation</a:t>
            </a:r>
            <a:r>
              <a:rPr lang="en-US" sz="1100" i="1"/>
              <a:t>, communication with stakeholders, exploratory research, and reporting.</a:t>
            </a:r>
            <a:endParaRPr lang="en-US" sz="1100" b="1" i="1"/>
          </a:p>
          <a:p>
            <a:pPr lvl="0">
              <a:lnSpc>
                <a:spcPct val="150000"/>
              </a:lnSpc>
              <a:buBlip>
                <a:blip r:embed="rId5"/>
              </a:buBlip>
              <a:defRPr/>
            </a:pPr>
            <a:r>
              <a:rPr lang="en-US" sz="1200" b="1">
                <a:solidFill>
                  <a:srgbClr val="663366">
                    <a:lumMod val="50000"/>
                  </a:srgbClr>
                </a:solidFill>
              </a:rPr>
              <a:t>My Research (The 'Why'):</a:t>
            </a:r>
          </a:p>
          <a:p>
            <a:pPr lvl="1">
              <a:lnSpc>
                <a:spcPct val="150000"/>
              </a:lnSpc>
              <a:buBlip>
                <a:blip r:embed="rId5"/>
              </a:buBlip>
              <a:defRPr/>
            </a:pPr>
            <a:r>
              <a:rPr lang="en-US" sz="1100" i="1">
                <a:solidFill>
                  <a:srgbClr val="663366">
                    <a:lumMod val="50000"/>
                  </a:srgbClr>
                </a:solidFill>
              </a:rPr>
              <a:t>(Prompt: Why did you approach this the way you did? What reasoning, choice, or insight underlies what you did for this learning outcome?)</a:t>
            </a:r>
          </a:p>
          <a:p>
            <a:pPr lvl="0">
              <a:lnSpc>
                <a:spcPct val="150000"/>
              </a:lnSpc>
              <a:buBlip>
                <a:blip r:embed="rId5"/>
              </a:buBlip>
              <a:defRPr/>
            </a:pPr>
            <a:r>
              <a:rPr lang="en-US" sz="1200" b="1">
                <a:solidFill>
                  <a:srgbClr val="663366">
                    <a:lumMod val="50000"/>
                  </a:srgbClr>
                </a:solidFill>
              </a:rPr>
              <a:t>My Evidence (Portfolio):</a:t>
            </a:r>
          </a:p>
          <a:p>
            <a:pPr lvl="1">
              <a:lnSpc>
                <a:spcPct val="150000"/>
              </a:lnSpc>
              <a:buBlip>
                <a:blip r:embed="rId5"/>
              </a:buBlip>
              <a:defRPr/>
            </a:pPr>
            <a:r>
              <a:rPr lang="en-US" sz="1100" i="1">
                <a:solidFill>
                  <a:srgbClr val="663366">
                    <a:lumMod val="50000"/>
                  </a:srgbClr>
                </a:solidFill>
              </a:rPr>
              <a:t>(Prompt: Which product(s) in </a:t>
            </a:r>
            <a:r>
              <a:rPr lang="en-US" sz="1100" i="1" err="1">
                <a:solidFill>
                  <a:srgbClr val="663366">
                    <a:lumMod val="50000"/>
                  </a:srgbClr>
                </a:solidFill>
              </a:rPr>
              <a:t>Portflow</a:t>
            </a:r>
            <a:r>
              <a:rPr lang="en-US" sz="1100" i="1">
                <a:solidFill>
                  <a:srgbClr val="663366">
                    <a:lumMod val="50000"/>
                  </a:srgbClr>
                </a:solidFill>
              </a:rPr>
              <a:t> demonstrate that you meet this learning outcome? Refer to specific items.)</a:t>
            </a:r>
          </a:p>
          <a:p>
            <a:pPr lvl="0">
              <a:lnSpc>
                <a:spcPct val="150000"/>
              </a:lnSpc>
              <a:buBlip>
                <a:blip r:embed="rId5"/>
              </a:buBlip>
              <a:defRPr/>
            </a:pPr>
            <a:r>
              <a:rPr lang="en-US" sz="1200" b="1">
                <a:solidFill>
                  <a:srgbClr val="663366">
                    <a:lumMod val="50000"/>
                  </a:srgbClr>
                </a:solidFill>
              </a:rPr>
              <a:t>My Self-Assessment (See Scale on Slide 3):</a:t>
            </a:r>
          </a:p>
          <a:p>
            <a:pPr lvl="1">
              <a:lnSpc>
                <a:spcPct val="150000"/>
              </a:lnSpc>
              <a:buBlip>
                <a:blip r:embed="rId5"/>
              </a:buBlip>
              <a:defRPr/>
            </a:pPr>
            <a:r>
              <a:rPr lang="en-US" sz="1100" i="1">
                <a:solidFill>
                  <a:srgbClr val="663366">
                    <a:lumMod val="50000"/>
                  </a:srgbClr>
                </a:solidFill>
              </a:rPr>
              <a:t>(Prompt: What level am I at? Why? Support your assessment with a concrete example from your work.)</a:t>
            </a:r>
          </a:p>
          <a:p>
            <a:pPr>
              <a:lnSpc>
                <a:spcPct val="150000"/>
              </a:lnSpc>
              <a:buBlip>
                <a:blip r:embed="rId5"/>
              </a:buBlip>
              <a:defRPr/>
            </a:pPr>
            <a:r>
              <a:rPr lang="en-US" sz="1200" b="1"/>
              <a:t>Plan Your Next Step:</a:t>
            </a:r>
            <a:r>
              <a:rPr lang="en-US" sz="1200"/>
              <a:t> </a:t>
            </a:r>
          </a:p>
          <a:p>
            <a:pPr lvl="1">
              <a:lnSpc>
                <a:spcPct val="150000"/>
              </a:lnSpc>
              <a:buBlip>
                <a:blip r:embed="rId5"/>
              </a:buBlip>
              <a:defRPr/>
            </a:pPr>
            <a:r>
              <a:rPr lang="en-US" sz="1100" i="1"/>
              <a:t>Think about what you need to do after this to keep growing.</a:t>
            </a:r>
            <a:endParaRPr lang="en-US" sz="1100" i="1">
              <a:solidFill>
                <a:srgbClr val="663366">
                  <a:lumMod val="50000"/>
                </a:srgbClr>
              </a:solidFill>
            </a:endParaRPr>
          </a:p>
          <a:p>
            <a:pPr lvl="0">
              <a:lnSpc>
                <a:spcPct val="150000"/>
              </a:lnSpc>
              <a:buBlip>
                <a:blip r:embed="rId5"/>
              </a:buBlip>
              <a:defRPr/>
            </a:pPr>
            <a:endParaRPr lang="en-US" sz="1200">
              <a:solidFill>
                <a:srgbClr val="663366">
                  <a:lumMod val="50000"/>
                </a:srgbClr>
              </a:solidFill>
            </a:endParaRPr>
          </a:p>
          <a:p>
            <a:pPr lvl="0">
              <a:lnSpc>
                <a:spcPct val="150000"/>
              </a:lnSpc>
              <a:buBlip>
                <a:blip r:embed="rId5"/>
              </a:buBlip>
              <a:defRPr/>
            </a:pPr>
            <a:r>
              <a:rPr lang="en-US" sz="1200">
                <a:solidFill>
                  <a:srgbClr val="663366">
                    <a:lumMod val="50000"/>
                  </a:srgbClr>
                </a:solidFill>
              </a:rPr>
              <a:t>[ ] I request an official Formative Indication (FI)</a:t>
            </a:r>
            <a:endParaRPr kumimoji="0" lang="en-US" sz="1200" b="0" i="0" u="none" strike="noStrike" kern="1200" cap="none" spc="0" normalizeH="0" baseline="0" noProof="0">
              <a:ln>
                <a:noFill/>
              </a:ln>
              <a:solidFill>
                <a:srgbClr val="663366">
                  <a:lumMod val="50000"/>
                </a:srgbClr>
              </a:solidFill>
              <a:effectLst/>
              <a:uLnTx/>
              <a:uFillTx/>
              <a:latin typeface="Arial"/>
              <a:ea typeface="+mn-ea"/>
              <a:cs typeface="Arial"/>
            </a:endParaRPr>
          </a:p>
        </p:txBody>
      </p:sp>
    </p:spTree>
    <p:extLst>
      <p:ext uri="{BB962C8B-B14F-4D97-AF65-F5344CB8AC3E}">
        <p14:creationId xmlns:p14="http://schemas.microsoft.com/office/powerpoint/2010/main" val="3616816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D90F5-94E8-71C8-532D-0600E5275F2E}"/>
            </a:ext>
          </a:extLst>
        </p:cNvPr>
        <p:cNvGrpSpPr/>
        <p:nvPr/>
      </p:nvGrpSpPr>
      <p:grpSpPr>
        <a:xfrm>
          <a:off x="0" y="0"/>
          <a:ext cx="0" cy="0"/>
          <a:chOff x="0" y="0"/>
          <a:chExt cx="0" cy="0"/>
        </a:xfrm>
      </p:grpSpPr>
      <p:pic>
        <p:nvPicPr>
          <p:cNvPr id="3" name="Afbeelding 2">
            <a:extLst>
              <a:ext uri="{FF2B5EF4-FFF2-40B4-BE49-F238E27FC236}">
                <a16:creationId xmlns:a16="http://schemas.microsoft.com/office/drawing/2014/main" id="{106FF6DD-61FA-0725-C7E6-653EE3F39B1E}"/>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a:off x="0" y="0"/>
            <a:ext cx="1356090" cy="6858000"/>
          </a:xfrm>
          <a:prstGeom prst="rect">
            <a:avLst/>
          </a:prstGeom>
        </p:spPr>
      </p:pic>
      <p:sp>
        <p:nvSpPr>
          <p:cNvPr id="12" name="Tekstvak 11">
            <a:extLst>
              <a:ext uri="{FF2B5EF4-FFF2-40B4-BE49-F238E27FC236}">
                <a16:creationId xmlns:a16="http://schemas.microsoft.com/office/drawing/2014/main" id="{A9DBA293-63CF-4DD0-DF4C-334E8E8A96F7}"/>
              </a:ext>
            </a:extLst>
          </p:cNvPr>
          <p:cNvSpPr txBox="1"/>
          <p:nvPr/>
        </p:nvSpPr>
        <p:spPr>
          <a:xfrm>
            <a:off x="389777" y="642308"/>
            <a:ext cx="10051178" cy="710552"/>
          </a:xfrm>
          <a:prstGeom prst="rect">
            <a:avLst/>
          </a:prstGeom>
          <a:solidFill>
            <a:srgbClr val="E40086"/>
          </a:solidFill>
        </p:spPr>
        <p:txBody>
          <a:bodyPr wrap="square" lIns="180000" tIns="108000" rIns="180000" bIns="108000" rtlCol="0">
            <a:spAutoFit/>
          </a:bodyPr>
          <a:lstStyle/>
          <a:p>
            <a:r>
              <a:rPr lang="nl-NL" sz="3200" b="1">
                <a:solidFill>
                  <a:schemeClr val="bg1"/>
                </a:solidFill>
                <a:latin typeface="Arial" panose="020B0604020202020204" pitchFamily="34" charset="0"/>
                <a:cs typeface="Arial" panose="020B0604020202020204" pitchFamily="34" charset="0"/>
              </a:rPr>
              <a:t>LO6 – Personal </a:t>
            </a:r>
            <a:r>
              <a:rPr lang="nl-NL" sz="3200" b="1" err="1">
                <a:solidFill>
                  <a:schemeClr val="bg1"/>
                </a:solidFill>
                <a:latin typeface="Arial" panose="020B0604020202020204" pitchFamily="34" charset="0"/>
                <a:cs typeface="Arial" panose="020B0604020202020204" pitchFamily="34" charset="0"/>
              </a:rPr>
              <a:t>Leadership</a:t>
            </a:r>
            <a:endParaRPr lang="nl-NL" sz="1600">
              <a:solidFill>
                <a:schemeClr val="bg1"/>
              </a:solidFill>
              <a:latin typeface="Arial" panose="020B0604020202020204" pitchFamily="34" charset="0"/>
              <a:cs typeface="Arial" panose="020B0604020202020204" pitchFamily="34" charset="0"/>
            </a:endParaRPr>
          </a:p>
        </p:txBody>
      </p:sp>
      <p:pic>
        <p:nvPicPr>
          <p:cNvPr id="13" name="Afbeelding 12">
            <a:extLst>
              <a:ext uri="{FF2B5EF4-FFF2-40B4-BE49-F238E27FC236}">
                <a16:creationId xmlns:a16="http://schemas.microsoft.com/office/drawing/2014/main" id="{99C5BA13-76D9-BA8B-42BC-A0C7B5A9345C}"/>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r="57818"/>
          <a:stretch/>
        </p:blipFill>
        <p:spPr>
          <a:xfrm>
            <a:off x="389777" y="5556293"/>
            <a:ext cx="966313" cy="972550"/>
          </a:xfrm>
          <a:prstGeom prst="rect">
            <a:avLst/>
          </a:prstGeom>
        </p:spPr>
      </p:pic>
      <p:sp>
        <p:nvSpPr>
          <p:cNvPr id="2" name="Tijdelijke aanduiding voor inhoud 2">
            <a:extLst>
              <a:ext uri="{FF2B5EF4-FFF2-40B4-BE49-F238E27FC236}">
                <a16:creationId xmlns:a16="http://schemas.microsoft.com/office/drawing/2014/main" id="{0A5E5B65-9E6D-C737-6478-57FFEF5E6884}"/>
              </a:ext>
            </a:extLst>
          </p:cNvPr>
          <p:cNvSpPr txBox="1">
            <a:spLocks/>
          </p:cNvSpPr>
          <p:nvPr/>
        </p:nvSpPr>
        <p:spPr>
          <a:xfrm>
            <a:off x="1356090" y="1380358"/>
            <a:ext cx="10269900" cy="4664841"/>
          </a:xfrm>
          <a:prstGeom prst="rect">
            <a:avLst/>
          </a:prstGeom>
        </p:spPr>
        <p:txBody>
          <a:bodyPr>
            <a:noAutofit/>
          </a:bodyPr>
          <a:lstStyle>
            <a:lvl1pPr marL="222250" indent="-222250" algn="l" defTabSz="457200" rtl="0" eaLnBrk="1" latinLnBrk="0" hangingPunct="1">
              <a:spcBef>
                <a:spcPct val="20000"/>
              </a:spcBef>
              <a:buFont typeface="Wingdings" pitchFamily="2" charset="2"/>
              <a:buChar char="§"/>
              <a:tabLst/>
              <a:defRPr sz="2000" kern="1200">
                <a:solidFill>
                  <a:schemeClr val="tx1">
                    <a:lumMod val="50000"/>
                  </a:schemeClr>
                </a:solidFill>
                <a:latin typeface="Arial"/>
                <a:ea typeface="+mn-ea"/>
                <a:cs typeface="Arial"/>
              </a:defRPr>
            </a:lvl1pPr>
            <a:lvl2pPr marL="666750" indent="-209550" algn="l" defTabSz="457200" rtl="0" eaLnBrk="1" latinLnBrk="0" hangingPunct="1">
              <a:spcBef>
                <a:spcPct val="20000"/>
              </a:spcBef>
              <a:buFont typeface="Arial"/>
              <a:buChar char="–"/>
              <a:tabLst/>
              <a:defRPr sz="1800" kern="1200">
                <a:solidFill>
                  <a:schemeClr val="tx1">
                    <a:lumMod val="50000"/>
                  </a:schemeClr>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0">
              <a:lnSpc>
                <a:spcPct val="150000"/>
              </a:lnSpc>
              <a:buBlip>
                <a:blip r:embed="rId5"/>
              </a:buBlip>
              <a:defRPr/>
            </a:pPr>
            <a:r>
              <a:rPr lang="en-US" sz="1200" b="1" i="1">
                <a:solidFill>
                  <a:srgbClr val="663366">
                    <a:lumMod val="50000"/>
                  </a:srgbClr>
                </a:solidFill>
              </a:rPr>
              <a:t>The 'What' (Definition LO):</a:t>
            </a:r>
          </a:p>
          <a:p>
            <a:pPr lvl="1">
              <a:lnSpc>
                <a:spcPct val="150000"/>
              </a:lnSpc>
              <a:buBlip>
                <a:blip r:embed="rId5"/>
              </a:buBlip>
              <a:defRPr/>
            </a:pPr>
            <a:r>
              <a:rPr lang="en-US" sz="1100" i="1"/>
              <a:t>You </a:t>
            </a:r>
            <a:r>
              <a:rPr lang="en-US" sz="1100" b="1" i="1"/>
              <a:t>take the initiative </a:t>
            </a:r>
            <a:r>
              <a:rPr lang="en-US" sz="1100" i="1"/>
              <a:t>in asking for, and reflecting on, feedback. You </a:t>
            </a:r>
            <a:r>
              <a:rPr lang="en-US" sz="1100" b="1" i="1"/>
              <a:t>identify your own core values </a:t>
            </a:r>
            <a:r>
              <a:rPr lang="en-US" sz="1100" i="1"/>
              <a:t>as the basis for your study career and professional development..</a:t>
            </a:r>
            <a:endParaRPr lang="en-US" sz="1100" b="1" i="1"/>
          </a:p>
          <a:p>
            <a:pPr lvl="0">
              <a:lnSpc>
                <a:spcPct val="150000"/>
              </a:lnSpc>
              <a:buBlip>
                <a:blip r:embed="rId5"/>
              </a:buBlip>
              <a:defRPr/>
            </a:pPr>
            <a:r>
              <a:rPr lang="en-US" sz="1200" b="1">
                <a:solidFill>
                  <a:srgbClr val="663366">
                    <a:lumMod val="50000"/>
                  </a:srgbClr>
                </a:solidFill>
              </a:rPr>
              <a:t>My Research (The 'Why'):</a:t>
            </a:r>
          </a:p>
          <a:p>
            <a:pPr lvl="1">
              <a:lnSpc>
                <a:spcPct val="150000"/>
              </a:lnSpc>
              <a:buBlip>
                <a:blip r:embed="rId5"/>
              </a:buBlip>
              <a:defRPr/>
            </a:pPr>
            <a:r>
              <a:rPr lang="en-US" sz="1100" i="1">
                <a:solidFill>
                  <a:srgbClr val="663366">
                    <a:lumMod val="50000"/>
                  </a:srgbClr>
                </a:solidFill>
              </a:rPr>
              <a:t>(Prompt: Why did you approach this the way you did? What reasoning, choice, or insight underlies what you did for this learning outcome?)</a:t>
            </a:r>
          </a:p>
          <a:p>
            <a:pPr lvl="0">
              <a:lnSpc>
                <a:spcPct val="150000"/>
              </a:lnSpc>
              <a:buBlip>
                <a:blip r:embed="rId5"/>
              </a:buBlip>
              <a:defRPr/>
            </a:pPr>
            <a:r>
              <a:rPr lang="en-US" sz="1200" b="1">
                <a:solidFill>
                  <a:srgbClr val="663366">
                    <a:lumMod val="50000"/>
                  </a:srgbClr>
                </a:solidFill>
              </a:rPr>
              <a:t>My Evidence (Portfolio):</a:t>
            </a:r>
          </a:p>
          <a:p>
            <a:pPr lvl="1">
              <a:lnSpc>
                <a:spcPct val="150000"/>
              </a:lnSpc>
              <a:buBlip>
                <a:blip r:embed="rId5"/>
              </a:buBlip>
              <a:defRPr/>
            </a:pPr>
            <a:r>
              <a:rPr lang="en-US" sz="1100" i="1">
                <a:solidFill>
                  <a:srgbClr val="663366">
                    <a:lumMod val="50000"/>
                  </a:srgbClr>
                </a:solidFill>
              </a:rPr>
              <a:t>(Prompt: Which product(s) in </a:t>
            </a:r>
            <a:r>
              <a:rPr lang="en-US" sz="1100" i="1" err="1">
                <a:solidFill>
                  <a:srgbClr val="663366">
                    <a:lumMod val="50000"/>
                  </a:srgbClr>
                </a:solidFill>
              </a:rPr>
              <a:t>Portflow</a:t>
            </a:r>
            <a:r>
              <a:rPr lang="en-US" sz="1100" i="1">
                <a:solidFill>
                  <a:srgbClr val="663366">
                    <a:lumMod val="50000"/>
                  </a:srgbClr>
                </a:solidFill>
              </a:rPr>
              <a:t> demonstrate that you meet this learning outcome? Refer to specific items.)</a:t>
            </a:r>
          </a:p>
          <a:p>
            <a:pPr lvl="0">
              <a:lnSpc>
                <a:spcPct val="150000"/>
              </a:lnSpc>
              <a:buBlip>
                <a:blip r:embed="rId5"/>
              </a:buBlip>
              <a:defRPr/>
            </a:pPr>
            <a:r>
              <a:rPr lang="en-US" sz="1200" b="1">
                <a:solidFill>
                  <a:srgbClr val="663366">
                    <a:lumMod val="50000"/>
                  </a:srgbClr>
                </a:solidFill>
              </a:rPr>
              <a:t>My Self-Assessment (See Scale on Slide 3):</a:t>
            </a:r>
          </a:p>
          <a:p>
            <a:pPr lvl="1">
              <a:lnSpc>
                <a:spcPct val="150000"/>
              </a:lnSpc>
              <a:buBlip>
                <a:blip r:embed="rId5"/>
              </a:buBlip>
              <a:defRPr/>
            </a:pPr>
            <a:r>
              <a:rPr lang="en-US" sz="1100" i="1">
                <a:solidFill>
                  <a:srgbClr val="663366">
                    <a:lumMod val="50000"/>
                  </a:srgbClr>
                </a:solidFill>
              </a:rPr>
              <a:t>(Prompt: What level am I at? Why? Support your assessment with a concrete example from your work.)</a:t>
            </a:r>
          </a:p>
          <a:p>
            <a:pPr>
              <a:lnSpc>
                <a:spcPct val="150000"/>
              </a:lnSpc>
              <a:buBlip>
                <a:blip r:embed="rId5"/>
              </a:buBlip>
              <a:defRPr/>
            </a:pPr>
            <a:r>
              <a:rPr lang="en-US" sz="1200" b="1"/>
              <a:t>Plan Your Next Step:</a:t>
            </a:r>
            <a:r>
              <a:rPr lang="en-US" sz="1200"/>
              <a:t> </a:t>
            </a:r>
          </a:p>
          <a:p>
            <a:pPr lvl="1">
              <a:lnSpc>
                <a:spcPct val="150000"/>
              </a:lnSpc>
              <a:buBlip>
                <a:blip r:embed="rId5"/>
              </a:buBlip>
              <a:defRPr/>
            </a:pPr>
            <a:r>
              <a:rPr lang="en-US" sz="1100" i="1"/>
              <a:t>Think about what you need to do after this to keep growing.</a:t>
            </a:r>
            <a:endParaRPr lang="en-US" sz="1100" i="1">
              <a:solidFill>
                <a:srgbClr val="663366">
                  <a:lumMod val="50000"/>
                </a:srgbClr>
              </a:solidFill>
            </a:endParaRPr>
          </a:p>
          <a:p>
            <a:pPr lvl="0">
              <a:lnSpc>
                <a:spcPct val="150000"/>
              </a:lnSpc>
              <a:buBlip>
                <a:blip r:embed="rId5"/>
              </a:buBlip>
              <a:defRPr/>
            </a:pPr>
            <a:endParaRPr lang="en-US" sz="1200">
              <a:solidFill>
                <a:srgbClr val="663366">
                  <a:lumMod val="50000"/>
                </a:srgbClr>
              </a:solidFill>
            </a:endParaRPr>
          </a:p>
          <a:p>
            <a:pPr lvl="0">
              <a:lnSpc>
                <a:spcPct val="150000"/>
              </a:lnSpc>
              <a:buBlip>
                <a:blip r:embed="rId5"/>
              </a:buBlip>
              <a:defRPr/>
            </a:pPr>
            <a:r>
              <a:rPr lang="en-US" sz="1200">
                <a:solidFill>
                  <a:srgbClr val="663366">
                    <a:lumMod val="50000"/>
                  </a:srgbClr>
                </a:solidFill>
              </a:rPr>
              <a:t>[ ] I request an official Formative Indication (FI)</a:t>
            </a:r>
            <a:endParaRPr kumimoji="0" lang="en-US" sz="1200" b="0" i="0" u="none" strike="noStrike" kern="1200" cap="none" spc="0" normalizeH="0" baseline="0" noProof="0">
              <a:ln>
                <a:noFill/>
              </a:ln>
              <a:solidFill>
                <a:srgbClr val="663366">
                  <a:lumMod val="50000"/>
                </a:srgbClr>
              </a:solidFill>
              <a:effectLst/>
              <a:uLnTx/>
              <a:uFillTx/>
              <a:latin typeface="Arial"/>
              <a:ea typeface="+mn-ea"/>
              <a:cs typeface="Arial"/>
            </a:endParaRPr>
          </a:p>
        </p:txBody>
      </p:sp>
    </p:spTree>
    <p:extLst>
      <p:ext uri="{BB962C8B-B14F-4D97-AF65-F5344CB8AC3E}">
        <p14:creationId xmlns:p14="http://schemas.microsoft.com/office/powerpoint/2010/main" val="4234270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663266"/>
        </a:solidFill>
        <a:effectLst/>
      </p:bgPr>
    </p:bg>
    <p:spTree>
      <p:nvGrpSpPr>
        <p:cNvPr id="1" name=""/>
        <p:cNvGrpSpPr/>
        <p:nvPr/>
      </p:nvGrpSpPr>
      <p:grpSpPr>
        <a:xfrm>
          <a:off x="0" y="0"/>
          <a:ext cx="0" cy="0"/>
          <a:chOff x="0" y="0"/>
          <a:chExt cx="0" cy="0"/>
        </a:xfrm>
      </p:grpSpPr>
      <p:pic>
        <p:nvPicPr>
          <p:cNvPr id="4" name="Afbeelding 3" descr="Afbeelding met binnen, persoon, plafond&#10;&#10;Automatisch gegenereerde beschrijving">
            <a:extLst>
              <a:ext uri="{FF2B5EF4-FFF2-40B4-BE49-F238E27FC236}">
                <a16:creationId xmlns:a16="http://schemas.microsoft.com/office/drawing/2014/main" id="{C145F956-0D71-D2E7-703E-5D1980C4D9FE}"/>
              </a:ext>
            </a:extLst>
          </p:cNvPr>
          <p:cNvPicPr>
            <a:picLocks noChangeAspect="1"/>
          </p:cNvPicPr>
          <p:nvPr/>
        </p:nvPicPr>
        <p:blipFill rotWithShape="1">
          <a:blip r:embed="rId3" cstate="hqprint">
            <a:alphaModFix amt="50000"/>
            <a:extLst>
              <a:ext uri="{28A0092B-C50C-407E-A947-70E740481C1C}">
                <a14:useLocalDpi xmlns:a14="http://schemas.microsoft.com/office/drawing/2010/main"/>
              </a:ext>
            </a:extLst>
          </a:blip>
          <a:srcRect/>
          <a:stretch/>
        </p:blipFill>
        <p:spPr>
          <a:xfrm>
            <a:off x="1323702" y="0"/>
            <a:ext cx="10868298" cy="6932023"/>
          </a:xfrm>
          <a:prstGeom prst="rect">
            <a:avLst/>
          </a:prstGeom>
        </p:spPr>
      </p:pic>
      <p:pic>
        <p:nvPicPr>
          <p:cNvPr id="3" name="Afbeelding 2">
            <a:extLst>
              <a:ext uri="{FF2B5EF4-FFF2-40B4-BE49-F238E27FC236}">
                <a16:creationId xmlns:a16="http://schemas.microsoft.com/office/drawing/2014/main" id="{399D2AE3-661F-354C-99D2-85C886F55F7D}"/>
              </a:ext>
            </a:extLst>
          </p:cNvPr>
          <p:cNvPicPr>
            <a:picLocks noChangeAspect="1"/>
          </p:cNvPicPr>
          <p:nvPr/>
        </p:nvPicPr>
        <p:blipFill rotWithShape="1">
          <a:blip r:embed="rId4" cstate="hqprint">
            <a:extLst>
              <a:ext uri="{28A0092B-C50C-407E-A947-70E740481C1C}">
                <a14:useLocalDpi xmlns:a14="http://schemas.microsoft.com/office/drawing/2010/main"/>
              </a:ext>
            </a:extLst>
          </a:blip>
          <a:srcRect/>
          <a:stretch/>
        </p:blipFill>
        <p:spPr>
          <a:xfrm>
            <a:off x="1122067" y="0"/>
            <a:ext cx="3976577" cy="6858000"/>
          </a:xfrm>
          <a:prstGeom prst="rect">
            <a:avLst/>
          </a:prstGeom>
        </p:spPr>
      </p:pic>
      <p:pic>
        <p:nvPicPr>
          <p:cNvPr id="13" name="Afbeelding 12">
            <a:extLst>
              <a:ext uri="{FF2B5EF4-FFF2-40B4-BE49-F238E27FC236}">
                <a16:creationId xmlns:a16="http://schemas.microsoft.com/office/drawing/2014/main" id="{AB4ED022-7F7E-6745-A55D-2102814A01E6}"/>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89777" y="5556293"/>
            <a:ext cx="2290794" cy="972550"/>
          </a:xfrm>
          <a:prstGeom prst="rect">
            <a:avLst/>
          </a:prstGeom>
        </p:spPr>
      </p:pic>
      <p:sp>
        <p:nvSpPr>
          <p:cNvPr id="2" name="Tekstvak 1">
            <a:extLst>
              <a:ext uri="{FF2B5EF4-FFF2-40B4-BE49-F238E27FC236}">
                <a16:creationId xmlns:a16="http://schemas.microsoft.com/office/drawing/2014/main" id="{C68412D2-2F38-09BE-011F-62B39AC79704}"/>
              </a:ext>
            </a:extLst>
          </p:cNvPr>
          <p:cNvSpPr txBox="1"/>
          <p:nvPr/>
        </p:nvSpPr>
        <p:spPr>
          <a:xfrm>
            <a:off x="389777" y="642308"/>
            <a:ext cx="5706223" cy="710552"/>
          </a:xfrm>
          <a:prstGeom prst="rect">
            <a:avLst/>
          </a:prstGeom>
          <a:solidFill>
            <a:srgbClr val="E40086"/>
          </a:solidFill>
        </p:spPr>
        <p:txBody>
          <a:bodyPr wrap="square" lIns="180000" tIns="108000" rIns="180000" bIns="108000" rtlCol="0">
            <a:spAutoFit/>
          </a:bodyPr>
          <a:lstStyle/>
          <a:p>
            <a:r>
              <a:rPr lang="nl-NL" sz="3200" b="1" err="1">
                <a:solidFill>
                  <a:schemeClr val="bg1"/>
                </a:solidFill>
              </a:rPr>
              <a:t>Thank</a:t>
            </a:r>
            <a:r>
              <a:rPr lang="nl-NL" sz="3200" b="1">
                <a:solidFill>
                  <a:schemeClr val="bg1"/>
                </a:solidFill>
              </a:rPr>
              <a:t> </a:t>
            </a:r>
            <a:r>
              <a:rPr lang="nl-NL" sz="3200" b="1" err="1">
                <a:solidFill>
                  <a:schemeClr val="bg1"/>
                </a:solidFill>
              </a:rPr>
              <a:t>you</a:t>
            </a:r>
            <a:r>
              <a:rPr lang="nl-NL" sz="3200" b="1">
                <a:solidFill>
                  <a:schemeClr val="bg1"/>
                </a:solidFill>
              </a:rPr>
              <a:t>!</a:t>
            </a:r>
            <a:endParaRPr lang="nl-NL" sz="320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69832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ontys-basic-sheet">
  <a:themeElements>
    <a:clrScheme name="Fontys kleurenpallet">
      <a:dk1>
        <a:srgbClr val="663366"/>
      </a:dk1>
      <a:lt1>
        <a:srgbClr val="FFFFFF"/>
      </a:lt1>
      <a:dk2>
        <a:srgbClr val="663366"/>
      </a:dk2>
      <a:lt2>
        <a:srgbClr val="EEECE1"/>
      </a:lt2>
      <a:accent1>
        <a:srgbClr val="E5007D"/>
      </a:accent1>
      <a:accent2>
        <a:srgbClr val="0076E0"/>
      </a:accent2>
      <a:accent3>
        <a:srgbClr val="008386"/>
      </a:accent3>
      <a:accent4>
        <a:srgbClr val="39B549"/>
      </a:accent4>
      <a:accent5>
        <a:srgbClr val="FF9900"/>
      </a:accent5>
      <a:accent6>
        <a:srgbClr val="FFCC00"/>
      </a:accent6>
      <a:hlink>
        <a:srgbClr val="0076E0"/>
      </a:hlink>
      <a:folHlink>
        <a:srgbClr val="0099C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chor="t">
        <a:normAutofit/>
      </a:bodyPr>
      <a:lstStyle>
        <a:defPPr algn="l">
          <a:defRPr dirty="0" smtClean="0">
            <a:solidFill>
              <a:srgbClr val="C00000"/>
            </a:solidFill>
          </a:defRPr>
        </a:defPPr>
      </a:lstStyle>
    </a:txDef>
  </a:objectDefaults>
  <a:extraClrSchemeLst/>
</a:theme>
</file>

<file path=ppt/theme/theme3.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F91D47C5BB3DF4F8D0AB873A3A431EE" ma:contentTypeVersion="3" ma:contentTypeDescription="Een nieuw document maken." ma:contentTypeScope="" ma:versionID="64663463e048b47c906b62fe8a9deb14">
  <xsd:schema xmlns:xsd="http://www.w3.org/2001/XMLSchema" xmlns:xs="http://www.w3.org/2001/XMLSchema" xmlns:p="http://schemas.microsoft.com/office/2006/metadata/properties" xmlns:ns2="d501d8cc-0de3-403f-93dc-dad68d229783" targetNamespace="http://schemas.microsoft.com/office/2006/metadata/properties" ma:root="true" ma:fieldsID="fc26c687dc8b68a1a695a01a56d1db80" ns2:_="">
    <xsd:import namespace="d501d8cc-0de3-403f-93dc-dad68d22978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501d8cc-0de3-403f-93dc-dad68d22978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7B51E5E-7E61-4472-9AD0-896A6A1832CA}">
  <ds:schemaRefs>
    <ds:schemaRef ds:uri="http://schemas.microsoft.com/sharepoint/v3/contenttype/forms"/>
  </ds:schemaRefs>
</ds:datastoreItem>
</file>

<file path=customXml/itemProps2.xml><?xml version="1.0" encoding="utf-8"?>
<ds:datastoreItem xmlns:ds="http://schemas.openxmlformats.org/officeDocument/2006/customXml" ds:itemID="{DFDAA2D3-C4A5-4BA8-A28A-D1312C70AFE7}">
  <ds:schemaRefs>
    <ds:schemaRef ds:uri="d501d8cc-0de3-403f-93dc-dad68d22978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74EC0DD8-8EC3-4E72-9168-2257D157AD98}">
  <ds:schemaRefs>
    <ds:schemaRef ds:uri="d501d8cc-0de3-403f-93dc-dad68d22978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114</TotalTime>
  <Words>1821</Words>
  <Application>Microsoft Office PowerPoint</Application>
  <PresentationFormat>Widescreen</PresentationFormat>
  <Paragraphs>167</Paragraphs>
  <Slides>16</Slides>
  <Notes>16</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16</vt:i4>
      </vt:variant>
    </vt:vector>
  </HeadingPairs>
  <TitlesOfParts>
    <vt:vector size="21" baseType="lpstr">
      <vt:lpstr>Arial</vt:lpstr>
      <vt:lpstr>Calibri</vt:lpstr>
      <vt:lpstr>Wingdings</vt:lpstr>
      <vt:lpstr>Kantoorthema</vt:lpstr>
      <vt:lpstr>Fontys-basic-sheet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Fontys Hogescholen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Werkplaats Instrumentarium project  (WIN-project)</dc:title>
  <dc:creator>Theunissen,Kevin K.A.T.M.</dc:creator>
  <cp:lastModifiedBy>ДЕЙВИД А. ХАДЖИИВАНОВ</cp:lastModifiedBy>
  <cp:revision>13</cp:revision>
  <dcterms:created xsi:type="dcterms:W3CDTF">2021-10-15T15:17:48Z</dcterms:created>
  <dcterms:modified xsi:type="dcterms:W3CDTF">2026-03-10T22:23:39Z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0x010100BF91D47C5BB3DF4F8D0AB873A3A431EE</vt:lpwstr>
  </property>
  <property fmtid="{D5CDD505-2E9C-101B-9397-08002B2CF9AE}" pid="3" name="MediaServiceImageTags">
    <vt:lpwstr/>
  </property>
  <property fmtid="{D5CDD505-2E9C-101B-9397-08002B2CF9AE}" pid="4" name="Order">
    <vt:r8>2900</vt:r8>
  </property>
  <property fmtid="{D5CDD505-2E9C-101B-9397-08002B2CF9AE}" pid="5" name="xd_Signature">
    <vt:bool>false</vt:bool>
  </property>
  <property fmtid="{D5CDD505-2E9C-101B-9397-08002B2CF9AE}" pid="6" name="xd_ProgID">
    <vt:lpwstr/>
  </property>
  <property fmtid="{D5CDD505-2E9C-101B-9397-08002B2CF9AE}" pid="7" name="TriggerFlowInfo">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ies>
</file>