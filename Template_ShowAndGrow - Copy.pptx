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12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22.xml" ContentType="application/vnd.openxmlformats-officedocument.theme+xml"/>
  <Override PartName="/ppt/slideLayouts/slideLayout8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presProps.xml" ContentType="application/vnd.openxmlformats-officedocument.presentationml.presProps+xml"/>
  <Override PartName="/ppt/media/image8.wmf" ContentType="image/x-wmf"/>
  <Override PartName="/ppt/media/image7.wmf" ContentType="image/x-wmf"/>
  <Override PartName="/ppt/media/image6.wmf" ContentType="image/x-wmf"/>
  <Override PartName="/ppt/media/image20.svg" ContentType="image/svg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customXml" Target="../customXml/item1.xml"/><Relationship Id="rId5" Type="http://schemas.openxmlformats.org/officeDocument/2006/relationships/customXml" Target="../customXml/item2.xml"/><Relationship Id="rId6" Type="http://schemas.openxmlformats.org/officeDocument/2006/relationships/customXml" Target="../customXml/item3.xml"/><Relationship Id="rId7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0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12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PlaceHolder 1"/>
          <p:cNvSpPr>
            <a:spLocks noGrp="1"/>
          </p:cNvSpPr>
          <p:nvPr>
            <p:ph type="sldImg"/>
          </p:nvPr>
        </p:nvSpPr>
        <p:spPr>
          <a:xfrm>
            <a:off x="533520" y="764280"/>
            <a:ext cx="6704640" cy="3771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algn="ctr" defTabSz="914400">
              <a:lnSpc>
                <a:spcPct val="90000"/>
              </a:lnSpc>
            </a:pPr>
            <a:r>
              <a:rPr lang="nl-NL" sz="6000" b="1" u="none" strike="noStrike">
                <a:solidFill>
                  <a:srgbClr val="663266"/>
                </a:solidFill>
                <a:effectLst/>
                <a:uFillTx/>
                <a:latin typeface="Arial"/>
              </a:rPr>
              <a:t>Click to move the slide</a:t>
            </a:r>
            <a:endParaRPr lang="nl-NL" sz="6000" b="1" u="none" strike="noStrike">
              <a:solidFill>
                <a:srgbClr val="663266"/>
              </a:solidFill>
              <a:effectLst/>
              <a:uFillTx/>
              <a:latin typeface="Arial"/>
            </a:endParaRPr>
          </a:p>
        </p:txBody>
      </p:sp>
      <p:sp>
        <p:nvSpPr>
          <p:cNvPr id="118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0" name="PlaceHolder 4"/>
          <p:cNvSpPr>
            <a:spLocks noGrp="1"/>
          </p:cNvSpPr>
          <p:nvPr>
            <p:ph type="dt" idx="44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1" name="PlaceHolder 5"/>
          <p:cNvSpPr>
            <a:spLocks noGrp="1"/>
          </p:cNvSpPr>
          <p:nvPr>
            <p:ph type="ftr" idx="45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2" name="PlaceHolder 6"/>
          <p:cNvSpPr>
            <a:spLocks noGrp="1"/>
          </p:cNvSpPr>
          <p:nvPr>
            <p:ph type="sldNum" idx="46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9437AD41-9E89-4476-9ED9-868120F68042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5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nl-NL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PlaceHolder 3"/>
          <p:cNvSpPr>
            <a:spLocks noGrp="1"/>
          </p:cNvSpPr>
          <p:nvPr>
            <p:ph type="sldNum" idx="4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nl-NL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4519E6A6-570B-4395-AC31-4133AD62F736}" type="slidenum">
              <a:rPr lang="nl-NL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5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5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PlaceHolder 3"/>
          <p:cNvSpPr>
            <a:spLocks noGrp="1"/>
          </p:cNvSpPr>
          <p:nvPr>
            <p:ph type="sldNum" idx="4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nl-NL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9D7ED743-6893-499E-A79B-67D38D7091F5}" type="slidenum">
              <a:rPr lang="nl-NL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5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5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PlaceHolder 3"/>
          <p:cNvSpPr>
            <a:spLocks noGrp="1"/>
          </p:cNvSpPr>
          <p:nvPr>
            <p:ph type="sldNum" idx="4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nl-NL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F9B2DFEF-F648-4A2A-81D2-86BCE1819598}" type="slidenum">
              <a:rPr lang="nl-NL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5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6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PlaceHolder 3"/>
          <p:cNvSpPr>
            <a:spLocks noGrp="1"/>
          </p:cNvSpPr>
          <p:nvPr>
            <p:ph type="sldNum" idx="5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nl-NL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152CA942-D47A-44CD-8EA6-015591FAAC7D}" type="slidenum">
              <a:rPr lang="nl-NL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5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PlaceHolder 3"/>
          <p:cNvSpPr>
            <a:spLocks noGrp="1"/>
          </p:cNvSpPr>
          <p:nvPr>
            <p:ph type="sldNum" idx="5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nl-NL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2AE48C9E-F644-4742-A3E8-9704E6873F27}" type="slidenum">
              <a:rPr lang="nl-NL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5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6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PlaceHolder 3"/>
          <p:cNvSpPr>
            <a:spLocks noGrp="1"/>
          </p:cNvSpPr>
          <p:nvPr>
            <p:ph type="sldNum" idx="5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nl-NL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BF8B95B9-F01B-4CEE-A666-8434A3C96F4E}" type="slidenum">
              <a:rPr lang="nl-NL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5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7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PlaceHolder 3"/>
          <p:cNvSpPr>
            <a:spLocks noGrp="1"/>
          </p:cNvSpPr>
          <p:nvPr>
            <p:ph type="sldNum" idx="5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nl-NL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CA70C4C7-F9BF-4E14-9EB0-E04B385DF04A}" type="slidenum">
              <a:rPr lang="nl-NL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5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jpeg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<Relationship Id="rId2" Type="http://schemas.openxmlformats.org/officeDocument/2006/relationships/image" Target="../media/image4.jpeg"/><Relationship Id="rId3" Type="http://schemas.openxmlformats.org/officeDocument/2006/relationships/image" Target="../media/image5.jpeg"/><Relationship Id="rId4" Type="http://schemas.openxmlformats.org/officeDocument/2006/relationships/image" Target="../media/image6.wmf"/><Relationship Id="rId5" Type="http://schemas.openxmlformats.org/officeDocument/2006/relationships/image" Target="../media/image7.wmf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<Relationship Id="rId2" Type="http://schemas.openxmlformats.org/officeDocument/2006/relationships/image" Target="../media/image4.jpeg"/><Relationship Id="rId3" Type="http://schemas.openxmlformats.org/officeDocument/2006/relationships/image" Target="../media/image8.wmf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<Relationship Id="rId2" Type="http://schemas.openxmlformats.org/officeDocument/2006/relationships/image" Target="../media/image4.jpeg"/><Relationship Id="rId3" Type="http://schemas.openxmlformats.org/officeDocument/2006/relationships/image" Target="../media/image9.jpeg"/><Relationship Id="rId4" Type="http://schemas.openxmlformats.org/officeDocument/2006/relationships/image" Target="../media/image6.wmf"/><Relationship Id="rId5" Type="http://schemas.openxmlformats.org/officeDocument/2006/relationships/image" Target="../media/image7.wmf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<Relationship Id="rId2" Type="http://schemas.openxmlformats.org/officeDocument/2006/relationships/image" Target="../media/image4.jpeg"/><Relationship Id="rId3" Type="http://schemas.openxmlformats.org/officeDocument/2006/relationships/image" Target="../media/image10.jpeg"/><Relationship Id="rId4" Type="http://schemas.openxmlformats.org/officeDocument/2006/relationships/image" Target="../media/image11.jpeg"/><Relationship Id="rId5" Type="http://schemas.openxmlformats.org/officeDocument/2006/relationships/image" Target="../media/image8.wmf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<Relationship Id="rId2" Type="http://schemas.openxmlformats.org/officeDocument/2006/relationships/image" Target="../media/image4.jpeg"/><Relationship Id="rId3" Type="http://schemas.openxmlformats.org/officeDocument/2006/relationships/image" Target="../media/image12.jpeg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<Relationship Id="rId2" Type="http://schemas.openxmlformats.org/officeDocument/2006/relationships/image" Target="../media/image4.jpeg"/><Relationship Id="rId3" Type="http://schemas.openxmlformats.org/officeDocument/2006/relationships/image" Target="../media/image10.jpeg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<Relationship Id="rId2" Type="http://schemas.openxmlformats.org/officeDocument/2006/relationships/image" Target="../media/image4.jpeg"/><Relationship Id="rId3" Type="http://schemas.openxmlformats.org/officeDocument/2006/relationships/image" Target="../media/image13.jpeg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<Relationship Id="rId2" Type="http://schemas.openxmlformats.org/officeDocument/2006/relationships/image" Target="../media/image4.jpeg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<Relationship Id="rId2" Type="http://schemas.openxmlformats.org/officeDocument/2006/relationships/image" Target="../media/image4.jpeg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<Relationship Id="rId2" Type="http://schemas.openxmlformats.org/officeDocument/2006/relationships/image" Target="../media/image4.jpeg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eldia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180000" tIns="180000" rIns="180000" bIns="180000" anchor="b">
            <a:noAutofit/>
          </a:bodyPr>
          <a:lstStyle>
            <a:lvl1pPr indent="0" algn="ctr" defTabSz="914400">
              <a:lnSpc>
                <a:spcPct val="90000"/>
              </a:lnSpc>
              <a:buNone/>
              <a:defRPr lang="nl-NL" sz="6000" b="1" u="none" strike="noStrike">
                <a:solidFill>
                  <a:srgbClr val="663266"/>
                </a:solidFill>
                <a:effectLst/>
                <a:uFillTx/>
                <a:latin typeface="Arial"/>
              </a:defRPr>
            </a:lvl1pPr>
          </a:lstStyle>
          <a:p>
            <a:pPr indent="0" algn="ctr" defTabSz="914400">
              <a:lnSpc>
                <a:spcPct val="90000"/>
              </a:lnSpc>
              <a:buNone/>
            </a:pPr>
            <a:r>
              <a:rPr lang="nl-NL" sz="6000" b="1" u="none" strike="noStrike">
                <a:solidFill>
                  <a:srgbClr val="663266"/>
                </a:solidFill>
                <a:effectLst/>
                <a:uFillTx/>
                <a:latin typeface="Arial"/>
              </a:rPr>
              <a:t>Klik om de stijl te </a:t>
            </a:r>
            <a:r>
              <a:rPr lang="nl-NL" sz="6000" b="1" u="none" strike="noStrike">
                <a:solidFill>
                  <a:srgbClr val="663266"/>
                </a:solidFill>
                <a:effectLst/>
                <a:uFillTx/>
                <a:latin typeface="Arial"/>
              </a:rPr>
              <a:t>bewerken</a:t>
            </a:r>
            <a:endParaRPr lang="nl-NL" sz="6000" b="1" u="none" strike="noStrike">
              <a:solidFill>
                <a:srgbClr val="663266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nl-N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nl-N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nl-N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271EEC8-566F-43A8-B3A3-B37EAF6DB677}" type="slidenum">
              <a:rPr lang="nl-N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ctr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nl-NL" sz="28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  <a:lvl2pPr lvl="1" algn="ctr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nl-NL" sz="20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2pPr>
            <a:lvl3pPr lvl="2" algn="ctr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nl-NL" sz="18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3pPr>
            <a:lvl4pPr lvl="3" algn="ctr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nl-NL" sz="18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4pPr>
            <a:lvl5pPr lvl="4" algn="ctr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nl-NL" sz="20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5pPr>
            <a:lvl6pPr lvl="5" algn="ctr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nl-NL" sz="20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6pPr>
            <a:lvl7pPr lvl="6" algn="ctr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nl-NL" sz="20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ctr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nl-NL" sz="28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Click to edit the outline text format</a:t>
            </a:r>
            <a:endParaRPr lang="nl-NL" sz="2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  <a:p>
            <a:pPr marL="864000" lvl="1" indent="-324000" algn="ctr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nl-NL" sz="20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Second Outline Level</a:t>
            </a:r>
            <a:endParaRPr lang="nl-NL" sz="20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  <a:p>
            <a:pPr marL="1296000" lvl="2" indent="-288000" algn="ctr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nl-NL" sz="18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Third Outline Level</a:t>
            </a:r>
            <a:endParaRPr lang="nl-NL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  <a:p>
            <a:pPr marL="1728000" lvl="3" indent="-216000" algn="ctr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nl-NL" sz="18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Fourth Outline Level</a:t>
            </a:r>
            <a:endParaRPr lang="nl-NL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  <a:p>
            <a:pPr marL="2160000" lvl="4" indent="-216000" algn="ctr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nl-NL" sz="20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Fifth Outline Level</a:t>
            </a:r>
            <a:endParaRPr lang="nl-NL" sz="20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  <a:p>
            <a:pPr marL="2592000" lvl="5" indent="-216000" algn="ctr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nl-NL" sz="20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Sixth Outline Level</a:t>
            </a:r>
            <a:endParaRPr lang="nl-NL" sz="20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  <a:p>
            <a:pPr marL="3024000" lvl="6" indent="-216000" algn="ctr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nl-NL" sz="20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Seventh Outline Level</a:t>
            </a:r>
            <a:endParaRPr lang="nl-NL" sz="20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el en verticale teks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838080" y="1876320"/>
            <a:ext cx="1882080" cy="972720"/>
          </a:xfrm>
          <a:prstGeom prst="rect">
            <a:avLst/>
          </a:prstGeom>
          <a:noFill/>
          <a:ln w="0">
            <a:noFill/>
          </a:ln>
        </p:spPr>
        <p:txBody>
          <a:bodyPr lIns="180000" tIns="180000" rIns="180000" bIns="180000" anchor="ctr">
            <a:noAutofit/>
          </a:bodyPr>
          <a:lstStyle>
            <a:lvl1pPr indent="0" algn="ctr" defTabSz="914400">
              <a:lnSpc>
                <a:spcPct val="90000"/>
              </a:lnSpc>
              <a:buNone/>
              <a:defRPr lang="nl-NL" sz="4400" b="1" u="none" strike="noStrike">
                <a:solidFill>
                  <a:srgbClr val="663266"/>
                </a:solidFill>
                <a:effectLst/>
                <a:uFillTx/>
                <a:latin typeface="Arial"/>
              </a:defRPr>
            </a:lvl1pPr>
          </a:lstStyle>
          <a:p>
            <a:pPr indent="0" algn="ctr" defTabSz="914400">
              <a:lnSpc>
                <a:spcPct val="90000"/>
              </a:lnSpc>
              <a:buNone/>
            </a:pPr>
            <a:r>
              <a:rPr lang="nl-NL" sz="4400" b="1" u="none" strike="noStrike">
                <a:solidFill>
                  <a:srgbClr val="663266"/>
                </a:solidFill>
                <a:effectLst/>
                <a:uFillTx/>
                <a:latin typeface="Arial"/>
              </a:rPr>
              <a:t>Klik om de stijl te bewerken</a:t>
            </a:r>
            <a:endParaRPr lang="nl-NL" sz="4400" b="1" u="none" strike="noStrike">
              <a:solidFill>
                <a:srgbClr val="663266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838080" y="2943360"/>
            <a:ext cx="6251040" cy="2115360"/>
          </a:xfrm>
          <a:prstGeom prst="rect">
            <a:avLst/>
          </a:prstGeom>
          <a:solidFill>
            <a:srgbClr val="E40086"/>
          </a:solidFill>
          <a:ln w="0">
            <a:noFill/>
          </a:ln>
        </p:spPr>
        <p:txBody>
          <a:bodyPr lIns="180000" tIns="180000" rIns="180000" bIns="180000" anchor="ctr" vert="eaVert">
            <a:noAutofit/>
          </a:bodyPr>
          <a:lstStyle>
            <a:lvl1pPr algn="ctr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  <a:defRPr lang="nl-NL" sz="28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  <a:lvl2pPr lvl="1" algn="ctr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  <a:defRPr lang="nl-NL" sz="24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2pPr>
            <a:lvl3pPr lvl="2" algn="ctr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  <a:defRPr lang="nl-NL" sz="20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3pPr>
            <a:lvl4pPr lvl="3" algn="ctr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  <a:defRPr lang="nl-NL" sz="18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4pPr>
            <a:lvl5pPr lvl="4" algn="ctr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  <a:defRPr lang="nl-NL" sz="18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5pPr>
          </a:lstStyle>
          <a:p>
            <a:pPr marL="228600" indent="-228600" algn="ctr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lang="nl-NL" sz="28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Tekststijl van het model bewerken</a:t>
            </a:r>
            <a:endParaRPr lang="nl-NL" sz="2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  <a:p>
            <a:pPr marL="685800" lvl="1" indent="-228600" algn="ctr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lang="nl-NL" sz="24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Tweede niveau</a:t>
            </a:r>
            <a:endParaRPr lang="nl-NL" sz="2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  <a:p>
            <a:pPr marL="1143000" lvl="2" indent="-228600" algn="ctr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lang="nl-NL" sz="20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Derde niveau</a:t>
            </a:r>
            <a:endParaRPr lang="nl-NL" sz="20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  <a:p>
            <a:pPr marL="1600200" lvl="3" indent="-228600" algn="ctr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lang="nl-NL" sz="18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Vierde niveau</a:t>
            </a:r>
            <a:endParaRPr lang="nl-NL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  <a:p>
            <a:pPr marL="2057400" lvl="4" indent="-228600" algn="ctr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lang="nl-NL" sz="18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Vijfde niveau</a:t>
            </a:r>
            <a:endParaRPr lang="nl-NL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dt" idx="4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nl-N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nl-N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ftr" idx="5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sldNum" idx="6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nl-N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9396239-10E3-4432-8546-C4B74D03B5EF}" type="slidenum">
              <a:rPr lang="nl-N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e titel en teks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8724960" y="365040"/>
            <a:ext cx="2628720" cy="5811480"/>
          </a:xfrm>
          <a:prstGeom prst="rect">
            <a:avLst/>
          </a:prstGeom>
          <a:noFill/>
          <a:ln w="0">
            <a:noFill/>
          </a:ln>
        </p:spPr>
        <p:txBody>
          <a:bodyPr lIns="180000" tIns="180000" rIns="180000" bIns="180000" anchor="ctr" vert="eaVert">
            <a:noAutofit/>
          </a:bodyPr>
          <a:lstStyle>
            <a:lvl1pPr indent="0" algn="ctr" defTabSz="914400">
              <a:lnSpc>
                <a:spcPct val="90000"/>
              </a:lnSpc>
              <a:buNone/>
              <a:defRPr lang="nl-NL" sz="4400" b="1" u="none" strike="noStrike">
                <a:solidFill>
                  <a:srgbClr val="663266"/>
                </a:solidFill>
                <a:effectLst/>
                <a:uFillTx/>
                <a:latin typeface="Arial"/>
              </a:defRPr>
            </a:lvl1pPr>
          </a:lstStyle>
          <a:p>
            <a:pPr indent="0" algn="ctr" defTabSz="914400">
              <a:lnSpc>
                <a:spcPct val="90000"/>
              </a:lnSpc>
              <a:buNone/>
            </a:pPr>
            <a:r>
              <a:rPr lang="nl-NL" sz="4400" b="1" u="none" strike="noStrike">
                <a:solidFill>
                  <a:srgbClr val="663266"/>
                </a:solidFill>
                <a:effectLst/>
                <a:uFillTx/>
                <a:latin typeface="Arial"/>
              </a:rPr>
              <a:t>Klik om de stijl te bewerken</a:t>
            </a:r>
            <a:endParaRPr lang="nl-NL" sz="4400" b="1" u="none" strike="noStrike">
              <a:solidFill>
                <a:srgbClr val="663266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838080" y="365040"/>
            <a:ext cx="7733880" cy="5811480"/>
          </a:xfrm>
          <a:prstGeom prst="rect">
            <a:avLst/>
          </a:prstGeom>
          <a:solidFill>
            <a:srgbClr val="E40086"/>
          </a:solidFill>
          <a:ln w="0">
            <a:noFill/>
          </a:ln>
        </p:spPr>
        <p:txBody>
          <a:bodyPr lIns="180000" tIns="180000" rIns="180000" bIns="180000" anchor="ctr" vert="eaVert">
            <a:noAutofit/>
          </a:bodyPr>
          <a:lstStyle>
            <a:lvl1pPr algn="ctr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  <a:defRPr lang="nl-NL" sz="28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  <a:lvl2pPr lvl="1" algn="ctr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  <a:defRPr lang="nl-NL" sz="24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2pPr>
            <a:lvl3pPr lvl="2" algn="ctr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  <a:defRPr lang="nl-NL" sz="20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3pPr>
            <a:lvl4pPr lvl="3" algn="ctr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  <a:defRPr lang="nl-NL" sz="18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4pPr>
            <a:lvl5pPr lvl="4" algn="ctr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  <a:defRPr lang="nl-NL" sz="18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5pPr>
          </a:lstStyle>
          <a:p>
            <a:pPr marL="228600" indent="-228600" algn="ctr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lang="nl-NL" sz="28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Tekststijl van het model bewerken</a:t>
            </a:r>
            <a:endParaRPr lang="nl-NL" sz="2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  <a:p>
            <a:pPr marL="685800" lvl="1" indent="-228600" algn="ctr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lang="nl-NL" sz="24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Tweede niveau</a:t>
            </a:r>
            <a:endParaRPr lang="nl-NL" sz="2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  <a:p>
            <a:pPr marL="1143000" lvl="2" indent="-228600" algn="ctr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lang="nl-NL" sz="20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Derde niveau</a:t>
            </a:r>
            <a:endParaRPr lang="nl-NL" sz="20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  <a:p>
            <a:pPr marL="1600200" lvl="3" indent="-228600" algn="ctr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lang="nl-NL" sz="18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Vierde niveau</a:t>
            </a:r>
            <a:endParaRPr lang="nl-NL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  <a:p>
            <a:pPr marL="2057400" lvl="4" indent="-228600" algn="ctr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lang="nl-NL" sz="18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Vijfde niveau</a:t>
            </a:r>
            <a:endParaRPr lang="nl-NL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dt" idx="7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nl-N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nl-N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ftr" idx="8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sldNum" idx="9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nl-N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F07C956-882D-4168-891C-543CC5A5C725}" type="slidenum">
              <a:rPr lang="nl-N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el en objec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838080" y="1876320"/>
            <a:ext cx="1882080" cy="972720"/>
          </a:xfrm>
          <a:prstGeom prst="rect">
            <a:avLst/>
          </a:prstGeom>
          <a:noFill/>
          <a:ln w="0">
            <a:noFill/>
          </a:ln>
        </p:spPr>
        <p:txBody>
          <a:bodyPr lIns="180000" tIns="180000" rIns="180000" bIns="180000" anchor="ctr">
            <a:noAutofit/>
          </a:bodyPr>
          <a:lstStyle>
            <a:lvl1pPr indent="0" algn="ctr" defTabSz="914400">
              <a:lnSpc>
                <a:spcPct val="90000"/>
              </a:lnSpc>
              <a:buNone/>
              <a:defRPr lang="nl-NL" sz="4400" b="1" u="none" strike="noStrike">
                <a:solidFill>
                  <a:srgbClr val="663266"/>
                </a:solidFill>
                <a:effectLst/>
                <a:uFillTx/>
                <a:latin typeface="Arial"/>
              </a:defRPr>
            </a:lvl1pPr>
          </a:lstStyle>
          <a:p>
            <a:pPr indent="0" algn="ctr" defTabSz="914400">
              <a:lnSpc>
                <a:spcPct val="90000"/>
              </a:lnSpc>
              <a:buNone/>
            </a:pPr>
            <a:r>
              <a:rPr lang="nl-NL" sz="4400" b="1" u="none" strike="noStrike">
                <a:solidFill>
                  <a:srgbClr val="663266"/>
                </a:solidFill>
                <a:effectLst/>
                <a:uFillTx/>
                <a:latin typeface="Arial"/>
              </a:rPr>
              <a:t>Klik om de stijl te bewerken</a:t>
            </a:r>
            <a:endParaRPr lang="nl-NL" sz="4400" b="1" u="none" strike="noStrike">
              <a:solidFill>
                <a:srgbClr val="663266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838080" y="2943360"/>
            <a:ext cx="6251040" cy="2115360"/>
          </a:xfrm>
          <a:prstGeom prst="rect">
            <a:avLst/>
          </a:prstGeom>
          <a:solidFill>
            <a:srgbClr val="E40086"/>
          </a:solidFill>
          <a:ln w="0">
            <a:noFill/>
          </a:ln>
        </p:spPr>
        <p:txBody>
          <a:bodyPr lIns="180000" tIns="180000" rIns="180000" bIns="180000" anchor="ctr">
            <a:noAutofit/>
          </a:bodyPr>
          <a:lstStyle>
            <a:lvl1pPr algn="ctr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  <a:defRPr lang="nl-NL" sz="28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  <a:lvl2pPr lvl="1" algn="ctr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  <a:defRPr lang="nl-NL" sz="24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2pPr>
            <a:lvl3pPr lvl="2" algn="ctr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  <a:defRPr lang="nl-NL" sz="20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3pPr>
            <a:lvl4pPr lvl="3" algn="ctr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  <a:defRPr lang="nl-NL" sz="18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4pPr>
            <a:lvl5pPr lvl="4" algn="ctr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  <a:defRPr lang="nl-NL" sz="18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5pPr>
          </a:lstStyle>
          <a:p>
            <a:pPr marL="228600" indent="-228600" algn="ctr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lang="nl-NL" sz="28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Tekststijl van het model bewerken</a:t>
            </a:r>
            <a:endParaRPr lang="nl-NL" sz="2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  <a:p>
            <a:pPr marL="685800" lvl="1" indent="-228600" algn="ctr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lang="nl-NL" sz="24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Tweede niveau</a:t>
            </a:r>
            <a:endParaRPr lang="nl-NL" sz="2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  <a:p>
            <a:pPr marL="1143000" lvl="2" indent="-228600" algn="ctr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lang="nl-NL" sz="20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Derde niveau</a:t>
            </a:r>
            <a:endParaRPr lang="nl-NL" sz="20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  <a:p>
            <a:pPr marL="1600200" lvl="3" indent="-228600" algn="ctr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lang="nl-NL" sz="18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Vierde niveau</a:t>
            </a:r>
            <a:endParaRPr lang="nl-NL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  <a:p>
            <a:pPr marL="2057400" lvl="4" indent="-228600" algn="ctr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lang="nl-NL" sz="18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Vijfde niveau</a:t>
            </a:r>
            <a:endParaRPr lang="nl-NL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dt" idx="10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nl-N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nl-N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ftr" idx="11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sldNum" idx="12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nl-N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4170C31-FF41-4D7C-B721-7CEAF8B79FCB}" type="slidenum">
              <a:rPr lang="nl-N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ekop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5240" cy="2852280"/>
          </a:xfrm>
          <a:prstGeom prst="rect">
            <a:avLst/>
          </a:prstGeom>
          <a:noFill/>
          <a:ln w="0">
            <a:noFill/>
          </a:ln>
        </p:spPr>
        <p:txBody>
          <a:bodyPr lIns="180000" tIns="180000" rIns="180000" bIns="180000" anchor="b">
            <a:noAutofit/>
          </a:bodyPr>
          <a:lstStyle>
            <a:lvl1pPr indent="0" algn="ctr" defTabSz="914400">
              <a:lnSpc>
                <a:spcPct val="90000"/>
              </a:lnSpc>
              <a:buNone/>
              <a:defRPr lang="nl-NL" sz="6000" b="1" u="none" strike="noStrike">
                <a:solidFill>
                  <a:srgbClr val="663266"/>
                </a:solidFill>
                <a:effectLst/>
                <a:uFillTx/>
                <a:latin typeface="Arial"/>
              </a:defRPr>
            </a:lvl1pPr>
          </a:lstStyle>
          <a:p>
            <a:pPr indent="0" algn="ctr" defTabSz="914400">
              <a:lnSpc>
                <a:spcPct val="90000"/>
              </a:lnSpc>
              <a:buNone/>
            </a:pPr>
            <a:r>
              <a:rPr lang="nl-NL" sz="6000" b="1" u="none" strike="noStrike">
                <a:solidFill>
                  <a:srgbClr val="663266"/>
                </a:solidFill>
                <a:effectLst/>
                <a:uFillTx/>
                <a:latin typeface="Arial"/>
              </a:rPr>
              <a:t>Klik om de stijl te bewerken</a:t>
            </a:r>
            <a:endParaRPr lang="nl-NL" sz="6000" b="1" u="none" strike="noStrike">
              <a:solidFill>
                <a:srgbClr val="663266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831960" y="4589640"/>
            <a:ext cx="10515240" cy="1499760"/>
          </a:xfrm>
          <a:prstGeom prst="rect">
            <a:avLst/>
          </a:prstGeom>
          <a:solidFill>
            <a:srgbClr val="E40086"/>
          </a:solidFill>
          <a:ln w="0">
            <a:noFill/>
          </a:ln>
        </p:spPr>
        <p:txBody>
          <a:bodyPr lIns="180000" tIns="180000" rIns="180000" bIns="180000" anchor="ctr">
            <a:noAutofit/>
          </a:bodyPr>
          <a:lstStyle>
            <a:lvl1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nl-NL" sz="2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Arial"/>
              </a:defRPr>
            </a:lvl1pPr>
          </a:lstStyle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nl-NL" sz="2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Arial"/>
              </a:rPr>
              <a:t>Tekststijl van het model bewerken</a:t>
            </a:r>
            <a:endParaRPr lang="nl-NL" sz="2400" b="0" u="none" strike="noStrike">
              <a:solidFill>
                <a:schemeClr val="dk1">
                  <a:tint val="75000"/>
                </a:schemeClr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dt" idx="13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nl-N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nl-N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ftr" idx="14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5"/>
          <p:cNvSpPr>
            <a:spLocks noGrp="1"/>
          </p:cNvSpPr>
          <p:nvPr>
            <p:ph type="sldNum" idx="15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nl-N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A1D2259-B05E-4DEB-99BE-17B7AFFCC05D}" type="slidenum">
              <a:rPr lang="nl-N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Inhoud van twe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838080" y="1876320"/>
            <a:ext cx="1882080" cy="972720"/>
          </a:xfrm>
          <a:prstGeom prst="rect">
            <a:avLst/>
          </a:prstGeom>
          <a:noFill/>
          <a:ln w="0">
            <a:noFill/>
          </a:ln>
        </p:spPr>
        <p:txBody>
          <a:bodyPr lIns="180000" tIns="180000" rIns="180000" bIns="180000" anchor="ctr">
            <a:noAutofit/>
          </a:bodyPr>
          <a:lstStyle>
            <a:lvl1pPr indent="0" algn="ctr" defTabSz="914400">
              <a:lnSpc>
                <a:spcPct val="90000"/>
              </a:lnSpc>
              <a:buNone/>
              <a:defRPr lang="nl-NL" sz="4400" b="1" u="none" strike="noStrike">
                <a:solidFill>
                  <a:srgbClr val="663266"/>
                </a:solidFill>
                <a:effectLst/>
                <a:uFillTx/>
                <a:latin typeface="Arial"/>
              </a:defRPr>
            </a:lvl1pPr>
          </a:lstStyle>
          <a:p>
            <a:pPr indent="0" algn="ctr" defTabSz="914400">
              <a:lnSpc>
                <a:spcPct val="90000"/>
              </a:lnSpc>
              <a:buNone/>
            </a:pPr>
            <a:r>
              <a:rPr lang="nl-NL" sz="4400" b="1" u="none" strike="noStrike">
                <a:solidFill>
                  <a:srgbClr val="663266"/>
                </a:solidFill>
                <a:effectLst/>
                <a:uFillTx/>
                <a:latin typeface="Arial"/>
              </a:rPr>
              <a:t>Klik om de stijl te bewerken</a:t>
            </a:r>
            <a:endParaRPr lang="nl-NL" sz="4400" b="1" u="none" strike="noStrike">
              <a:solidFill>
                <a:srgbClr val="663266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81120" cy="4350960"/>
          </a:xfrm>
          <a:prstGeom prst="rect">
            <a:avLst/>
          </a:prstGeom>
          <a:solidFill>
            <a:srgbClr val="E40086"/>
          </a:solidFill>
          <a:ln w="0">
            <a:noFill/>
          </a:ln>
        </p:spPr>
        <p:txBody>
          <a:bodyPr lIns="180000" tIns="180000" rIns="180000" bIns="180000" anchor="ctr">
            <a:noAutofit/>
          </a:bodyPr>
          <a:lstStyle>
            <a:lvl1pPr algn="ctr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  <a:defRPr lang="nl-NL" sz="28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  <a:lvl2pPr lvl="1" algn="ctr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  <a:defRPr lang="nl-NL" sz="24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2pPr>
            <a:lvl3pPr lvl="2" algn="ctr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  <a:defRPr lang="nl-NL" sz="20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3pPr>
            <a:lvl4pPr lvl="3" algn="ctr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  <a:defRPr lang="nl-NL" sz="18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4pPr>
            <a:lvl5pPr lvl="4" algn="ctr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  <a:defRPr lang="nl-NL" sz="18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5pPr>
          </a:lstStyle>
          <a:p>
            <a:pPr marL="228600" indent="-228600" algn="ctr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lang="nl-NL" sz="28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Tekststijl van het model bewerken</a:t>
            </a:r>
            <a:endParaRPr lang="nl-NL" sz="2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  <a:p>
            <a:pPr marL="685800" lvl="1" indent="-228600" algn="ctr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lang="nl-NL" sz="24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Tweede niveau</a:t>
            </a:r>
            <a:endParaRPr lang="nl-NL" sz="2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  <a:p>
            <a:pPr marL="1143000" lvl="2" indent="-228600" algn="ctr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lang="nl-NL" sz="20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Derde niveau</a:t>
            </a:r>
            <a:endParaRPr lang="nl-NL" sz="20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  <a:p>
            <a:pPr marL="1600200" lvl="3" indent="-228600" algn="ctr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lang="nl-NL" sz="18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Vierde niveau</a:t>
            </a:r>
            <a:endParaRPr lang="nl-NL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  <a:p>
            <a:pPr marL="2057400" lvl="4" indent="-228600" algn="ctr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lang="nl-NL" sz="18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Vijfde niveau</a:t>
            </a:r>
            <a:endParaRPr lang="nl-NL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 type="body"/>
          </p:nvPr>
        </p:nvSpPr>
        <p:spPr>
          <a:xfrm>
            <a:off x="6172200" y="1825560"/>
            <a:ext cx="5181120" cy="4350960"/>
          </a:xfrm>
          <a:prstGeom prst="rect">
            <a:avLst/>
          </a:prstGeom>
          <a:solidFill>
            <a:srgbClr val="E40086"/>
          </a:solidFill>
          <a:ln w="0">
            <a:noFill/>
          </a:ln>
        </p:spPr>
        <p:txBody>
          <a:bodyPr lIns="180000" tIns="180000" rIns="180000" bIns="180000" anchor="ctr">
            <a:noAutofit/>
          </a:bodyPr>
          <a:lstStyle>
            <a:lvl1pPr algn="ctr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  <a:defRPr lang="nl-NL" sz="28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  <a:lvl2pPr lvl="1" algn="ctr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  <a:defRPr lang="nl-NL" sz="24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2pPr>
            <a:lvl3pPr lvl="2" algn="ctr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  <a:defRPr lang="nl-NL" sz="20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3pPr>
            <a:lvl4pPr lvl="3" algn="ctr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  <a:defRPr lang="nl-NL" sz="18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4pPr>
            <a:lvl5pPr lvl="4" algn="ctr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  <a:defRPr lang="nl-NL" sz="18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5pPr>
          </a:lstStyle>
          <a:p>
            <a:pPr marL="228600" indent="-228600" algn="ctr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lang="nl-NL" sz="28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Tekststijl van het model bewerken</a:t>
            </a:r>
            <a:endParaRPr lang="nl-NL" sz="2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  <a:p>
            <a:pPr marL="685800" lvl="1" indent="-228600" algn="ctr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lang="nl-NL" sz="24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Tweede niveau</a:t>
            </a:r>
            <a:endParaRPr lang="nl-NL" sz="2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  <a:p>
            <a:pPr marL="1143000" lvl="2" indent="-228600" algn="ctr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lang="nl-NL" sz="20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Derde niveau</a:t>
            </a:r>
            <a:endParaRPr lang="nl-NL" sz="20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  <a:p>
            <a:pPr marL="1600200" lvl="3" indent="-228600" algn="ctr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lang="nl-NL" sz="18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Vierde niveau</a:t>
            </a:r>
            <a:endParaRPr lang="nl-NL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  <a:p>
            <a:pPr marL="2057400" lvl="4" indent="-228600" algn="ctr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lang="nl-NL" sz="18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Vijfde niveau</a:t>
            </a:r>
            <a:endParaRPr lang="nl-NL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 type="dt" idx="16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nl-N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nl-N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5"/>
          <p:cNvSpPr>
            <a:spLocks noGrp="1"/>
          </p:cNvSpPr>
          <p:nvPr>
            <p:ph type="ftr" idx="17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6"/>
          <p:cNvSpPr>
            <a:spLocks noGrp="1"/>
          </p:cNvSpPr>
          <p:nvPr>
            <p:ph type="sldNum" idx="18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nl-N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3EEFC6B-B589-4072-BF61-766A8A9BD85A}" type="slidenum">
              <a:rPr lang="nl-N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Vergelijking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8398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180000" tIns="180000" rIns="180000" bIns="180000" anchor="ctr">
            <a:noAutofit/>
          </a:bodyPr>
          <a:lstStyle>
            <a:lvl1pPr indent="0" algn="ctr" defTabSz="914400">
              <a:lnSpc>
                <a:spcPct val="90000"/>
              </a:lnSpc>
              <a:buNone/>
              <a:defRPr lang="nl-NL" sz="4400" b="1" u="none" strike="noStrike">
                <a:solidFill>
                  <a:srgbClr val="663266"/>
                </a:solidFill>
                <a:effectLst/>
                <a:uFillTx/>
                <a:latin typeface="Arial"/>
              </a:defRPr>
            </a:lvl1pPr>
          </a:lstStyle>
          <a:p>
            <a:pPr indent="0" algn="ctr" defTabSz="914400">
              <a:lnSpc>
                <a:spcPct val="90000"/>
              </a:lnSpc>
              <a:buNone/>
            </a:pPr>
            <a:r>
              <a:rPr lang="nl-NL" sz="4400" b="1" u="none" strike="noStrike">
                <a:solidFill>
                  <a:srgbClr val="663266"/>
                </a:solidFill>
                <a:effectLst/>
                <a:uFillTx/>
                <a:latin typeface="Arial"/>
              </a:rPr>
              <a:t>Klik om de stijl te bewerken</a:t>
            </a:r>
            <a:endParaRPr lang="nl-NL" sz="4400" b="1" u="none" strike="noStrike">
              <a:solidFill>
                <a:srgbClr val="663266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839880" y="1681200"/>
            <a:ext cx="5157360" cy="823680"/>
          </a:xfrm>
          <a:prstGeom prst="rect">
            <a:avLst/>
          </a:prstGeom>
          <a:solidFill>
            <a:srgbClr val="E40086"/>
          </a:solidFill>
          <a:ln w="0">
            <a:noFill/>
          </a:ln>
        </p:spPr>
        <p:txBody>
          <a:bodyPr lIns="180000" tIns="180000" rIns="180000" bIns="180000" anchor="b">
            <a:noAutofit/>
          </a:bodyPr>
          <a:lstStyle>
            <a:lvl1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nl-NL" sz="24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nl-NL" sz="24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Tekststijl van het model bewerken</a:t>
            </a:r>
            <a:endParaRPr lang="nl-NL" sz="2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body"/>
          </p:nvPr>
        </p:nvSpPr>
        <p:spPr>
          <a:xfrm>
            <a:off x="839880" y="2505240"/>
            <a:ext cx="5157360" cy="3684240"/>
          </a:xfrm>
          <a:prstGeom prst="rect">
            <a:avLst/>
          </a:prstGeom>
          <a:solidFill>
            <a:srgbClr val="E40086"/>
          </a:solidFill>
          <a:ln w="0">
            <a:noFill/>
          </a:ln>
        </p:spPr>
        <p:txBody>
          <a:bodyPr lIns="180000" tIns="180000" rIns="180000" bIns="180000" anchor="ctr">
            <a:noAutofit/>
          </a:bodyPr>
          <a:lstStyle>
            <a:lvl1pPr algn="ctr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  <a:tabLst>
                <a:tab pos="0" algn="l"/>
              </a:tabLst>
              <a:defRPr lang="nl-NL" sz="28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  <a:lvl2pPr lvl="1" algn="ctr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  <a:tabLst>
                <a:tab pos="0" algn="l"/>
              </a:tabLst>
              <a:defRPr lang="nl-NL" sz="24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2pPr>
            <a:lvl3pPr lvl="2" algn="ctr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  <a:tabLst>
                <a:tab pos="0" algn="l"/>
              </a:tabLst>
              <a:defRPr lang="nl-NL" sz="20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3pPr>
            <a:lvl4pPr lvl="3" algn="ctr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  <a:tabLst>
                <a:tab pos="0" algn="l"/>
              </a:tabLst>
              <a:defRPr lang="nl-NL" sz="18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4pPr>
            <a:lvl5pPr lvl="4" algn="ctr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  <a:tabLst>
                <a:tab pos="0" algn="l"/>
              </a:tabLst>
              <a:defRPr lang="nl-NL" sz="18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5pPr>
          </a:lstStyle>
          <a:p>
            <a:pPr marL="228600" indent="-228600" algn="ctr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  <a:tabLst>
                <a:tab pos="0" algn="l"/>
              </a:tabLst>
            </a:pPr>
            <a:r>
              <a:rPr lang="nl-NL" sz="28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Tekststijl van het model bewerken</a:t>
            </a:r>
            <a:endParaRPr lang="nl-NL" sz="2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  <a:p>
            <a:pPr marL="685800" lvl="1" indent="-228600" algn="ctr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  <a:tabLst>
                <a:tab pos="0" algn="l"/>
              </a:tabLst>
            </a:pPr>
            <a:r>
              <a:rPr lang="nl-NL" sz="24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Tweede niveau</a:t>
            </a:r>
            <a:endParaRPr lang="nl-NL" sz="2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  <a:p>
            <a:pPr marL="1143000" lvl="2" indent="-228600" algn="ctr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  <a:tabLst>
                <a:tab pos="0" algn="l"/>
              </a:tabLst>
            </a:pPr>
            <a:r>
              <a:rPr lang="nl-NL" sz="20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Derde niveau</a:t>
            </a:r>
            <a:endParaRPr lang="nl-NL" sz="20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  <a:p>
            <a:pPr marL="1600200" lvl="3" indent="-228600" algn="ctr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  <a:tabLst>
                <a:tab pos="0" algn="l"/>
              </a:tabLst>
            </a:pPr>
            <a:r>
              <a:rPr lang="nl-NL" sz="18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Vierde niveau</a:t>
            </a:r>
            <a:endParaRPr lang="nl-NL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  <a:p>
            <a:pPr marL="2057400" lvl="4" indent="-228600" algn="ctr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  <a:tabLst>
                <a:tab pos="0" algn="l"/>
              </a:tabLst>
            </a:pPr>
            <a:r>
              <a:rPr lang="nl-NL" sz="18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Vijfde niveau</a:t>
            </a:r>
            <a:endParaRPr lang="nl-NL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body"/>
          </p:nvPr>
        </p:nvSpPr>
        <p:spPr>
          <a:xfrm>
            <a:off x="6172200" y="1681200"/>
            <a:ext cx="5182920" cy="823680"/>
          </a:xfrm>
          <a:prstGeom prst="rect">
            <a:avLst/>
          </a:prstGeom>
          <a:solidFill>
            <a:srgbClr val="E40086"/>
          </a:solidFill>
          <a:ln w="0">
            <a:noFill/>
          </a:ln>
        </p:spPr>
        <p:txBody>
          <a:bodyPr lIns="180000" tIns="180000" rIns="180000" bIns="180000" anchor="b">
            <a:noAutofit/>
          </a:bodyPr>
          <a:lstStyle>
            <a:lvl1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nl-NL" sz="24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nl-NL" sz="24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Tekststijl van het model bewerken</a:t>
            </a:r>
            <a:endParaRPr lang="nl-NL" sz="2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 type="body"/>
          </p:nvPr>
        </p:nvSpPr>
        <p:spPr>
          <a:xfrm>
            <a:off x="6172200" y="2505240"/>
            <a:ext cx="5182920" cy="3684240"/>
          </a:xfrm>
          <a:prstGeom prst="rect">
            <a:avLst/>
          </a:prstGeom>
          <a:solidFill>
            <a:srgbClr val="E40086"/>
          </a:solidFill>
          <a:ln w="0">
            <a:noFill/>
          </a:ln>
        </p:spPr>
        <p:txBody>
          <a:bodyPr lIns="180000" tIns="180000" rIns="180000" bIns="180000" anchor="ctr">
            <a:noAutofit/>
          </a:bodyPr>
          <a:lstStyle>
            <a:lvl1pPr algn="ctr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  <a:tabLst>
                <a:tab pos="0" algn="l"/>
              </a:tabLst>
              <a:defRPr lang="nl-NL" sz="28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  <a:lvl2pPr lvl="1" algn="ctr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  <a:tabLst>
                <a:tab pos="0" algn="l"/>
              </a:tabLst>
              <a:defRPr lang="nl-NL" sz="24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2pPr>
            <a:lvl3pPr lvl="2" algn="ctr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  <a:tabLst>
                <a:tab pos="0" algn="l"/>
              </a:tabLst>
              <a:defRPr lang="nl-NL" sz="20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3pPr>
            <a:lvl4pPr lvl="3" algn="ctr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  <a:tabLst>
                <a:tab pos="0" algn="l"/>
              </a:tabLst>
              <a:defRPr lang="nl-NL" sz="18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4pPr>
            <a:lvl5pPr lvl="4" algn="ctr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  <a:tabLst>
                <a:tab pos="0" algn="l"/>
              </a:tabLst>
              <a:defRPr lang="nl-NL" sz="18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5pPr>
          </a:lstStyle>
          <a:p>
            <a:pPr marL="228600" indent="-228600" algn="ctr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  <a:tabLst>
                <a:tab pos="0" algn="l"/>
              </a:tabLst>
            </a:pPr>
            <a:r>
              <a:rPr lang="nl-NL" sz="28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Tekststijl van het model bewerken</a:t>
            </a:r>
            <a:endParaRPr lang="nl-NL" sz="2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  <a:p>
            <a:pPr marL="685800" lvl="1" indent="-228600" algn="ctr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  <a:tabLst>
                <a:tab pos="0" algn="l"/>
              </a:tabLst>
            </a:pPr>
            <a:r>
              <a:rPr lang="nl-NL" sz="24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Tweede niveau</a:t>
            </a:r>
            <a:endParaRPr lang="nl-NL" sz="2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  <a:p>
            <a:pPr marL="1143000" lvl="2" indent="-228600" algn="ctr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  <a:tabLst>
                <a:tab pos="0" algn="l"/>
              </a:tabLst>
            </a:pPr>
            <a:r>
              <a:rPr lang="nl-NL" sz="20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Derde niveau</a:t>
            </a:r>
            <a:endParaRPr lang="nl-NL" sz="20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  <a:p>
            <a:pPr marL="1600200" lvl="3" indent="-228600" algn="ctr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  <a:tabLst>
                <a:tab pos="0" algn="l"/>
              </a:tabLst>
            </a:pPr>
            <a:r>
              <a:rPr lang="nl-NL" sz="18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Vierde niveau</a:t>
            </a:r>
            <a:endParaRPr lang="nl-NL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  <a:p>
            <a:pPr marL="2057400" lvl="4" indent="-228600" algn="ctr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  <a:tabLst>
                <a:tab pos="0" algn="l"/>
              </a:tabLst>
            </a:pPr>
            <a:r>
              <a:rPr lang="nl-NL" sz="18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Vijfde niveau</a:t>
            </a:r>
            <a:endParaRPr lang="nl-NL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38" name="PlaceHolder 6"/>
          <p:cNvSpPr>
            <a:spLocks noGrp="1"/>
          </p:cNvSpPr>
          <p:nvPr>
            <p:ph type="dt" idx="19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nl-N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nl-N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7"/>
          <p:cNvSpPr>
            <a:spLocks noGrp="1"/>
          </p:cNvSpPr>
          <p:nvPr>
            <p:ph type="ftr" idx="20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8"/>
          <p:cNvSpPr>
            <a:spLocks noGrp="1"/>
          </p:cNvSpPr>
          <p:nvPr>
            <p:ph type="sldNum" idx="21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nl-N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18EFF2E-CD71-4F15-9BE7-326563CB11F4}" type="slidenum">
              <a:rPr lang="nl-N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Alleen titel">
    <p:bg>
      <p:bgPr>
        <a:solidFill>
          <a:srgbClr val="66326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Afbeelding 5"/>
          <p:cNvPicPr/>
          <p:nvPr/>
        </p:nvPicPr>
        <p:blipFill>
          <a:blip r:embed="rId2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2" name="Afbeelding 6" descr="Afbeelding met tekst&#10;&#10;Automatisch gegenereerde beschrijving"/>
          <p:cNvPicPr/>
          <p:nvPr/>
        </p:nvPicPr>
        <p:blipFill>
          <a:blip r:embed="rId3"/>
          <a:stretch/>
        </p:blipFill>
        <p:spPr>
          <a:xfrm>
            <a:off x="0" y="0"/>
            <a:ext cx="461988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" name="PlaceHolder 1"/>
          <p:cNvSpPr>
            <a:spLocks noGrp="1"/>
          </p:cNvSpPr>
          <p:nvPr>
            <p:ph type="title" hasCustomPrompt="1"/>
          </p:nvPr>
        </p:nvSpPr>
        <p:spPr>
          <a:xfrm>
            <a:off x="2545920" y="2515320"/>
            <a:ext cx="8529480" cy="13251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txBody>
          <a:bodyPr lIns="360000" tIns="180000" rIns="360000" bIns="180000" anchor="ctr">
            <a:normAutofit fontScale="92500" lnSpcReduction="9999"/>
          </a:bodyPr>
          <a:lstStyle>
            <a:lvl1pPr indent="0" algn="ctr" defTabSz="914400">
              <a:lnSpc>
                <a:spcPct val="90000"/>
              </a:lnSpc>
              <a:buNone/>
              <a:defRPr lang="nl-NL" sz="4000" b="1" u="none" strike="noStrike">
                <a:solidFill>
                  <a:srgbClr val="663266"/>
                </a:solidFill>
                <a:effectLst/>
                <a:uFillTx/>
                <a:latin typeface="Arial"/>
              </a:defRPr>
            </a:lvl1pPr>
          </a:lstStyle>
          <a:p>
            <a:pPr indent="0" algn="ctr" defTabSz="914400">
              <a:lnSpc>
                <a:spcPct val="90000"/>
              </a:lnSpc>
              <a:buNone/>
            </a:pPr>
            <a:r>
              <a:rPr lang="nl-NL" sz="4000" b="1" u="none" strike="noStrike">
                <a:solidFill>
                  <a:srgbClr val="663266"/>
                </a:solidFill>
                <a:effectLst/>
                <a:uFillTx/>
                <a:latin typeface="Arial"/>
              </a:rPr>
              <a:t>KLIK OM DE STIJL TE BEWERKEN</a:t>
            </a:r>
            <a:endParaRPr lang="nl-NL" sz="4000" b="1" u="none" strike="noStrike">
              <a:solidFill>
                <a:srgbClr val="663266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dt" idx="22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nl-N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nl-N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3"/>
          <p:cNvSpPr>
            <a:spLocks noGrp="1"/>
          </p:cNvSpPr>
          <p:nvPr>
            <p:ph type="ftr" idx="23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4"/>
          <p:cNvSpPr>
            <a:spLocks noGrp="1"/>
          </p:cNvSpPr>
          <p:nvPr>
            <p:ph type="sldNum" idx="24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nl-N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1E82868-E5E3-42D7-A63E-9912E45DD8D5}" type="slidenum">
              <a:rPr lang="nl-N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pic>
        <p:nvPicPr>
          <p:cNvPr id="47" name="Afbeelding 7"/>
          <p:cNvPicPr/>
          <p:nvPr/>
        </p:nvPicPr>
        <p:blipFill>
          <a:blip r:embed="rId4"/>
          <a:stretch/>
        </p:blipFill>
        <p:spPr>
          <a:xfrm>
            <a:off x="322920" y="5508360"/>
            <a:ext cx="1030320" cy="103032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Leeg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dt" idx="25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nl-N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nl-N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 type="ftr" idx="26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PlaceHolder 3"/>
          <p:cNvSpPr>
            <a:spLocks noGrp="1"/>
          </p:cNvSpPr>
          <p:nvPr>
            <p:ph type="sldNum" idx="27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nl-N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E75C0D1-5716-489A-A3F6-5A53C6FCD37B}" type="slidenum">
              <a:rPr lang="nl-N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Inhoud met bijschrif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180000" tIns="180000" rIns="180000" bIns="180000" anchor="b">
            <a:noAutofit/>
          </a:bodyPr>
          <a:lstStyle>
            <a:lvl1pPr indent="0" algn="ctr" defTabSz="914400">
              <a:lnSpc>
                <a:spcPct val="90000"/>
              </a:lnSpc>
              <a:buNone/>
              <a:defRPr lang="nl-NL" sz="3200" b="1" u="none" strike="noStrike">
                <a:solidFill>
                  <a:srgbClr val="663266"/>
                </a:solidFill>
                <a:effectLst/>
                <a:uFillTx/>
                <a:latin typeface="Arial"/>
              </a:defRPr>
            </a:lvl1pPr>
          </a:lstStyle>
          <a:p>
            <a:pPr indent="0" algn="ctr" defTabSz="914400">
              <a:lnSpc>
                <a:spcPct val="90000"/>
              </a:lnSpc>
              <a:buNone/>
            </a:pPr>
            <a:r>
              <a:rPr lang="nl-NL" sz="3200" b="1" u="none" strike="noStrike">
                <a:solidFill>
                  <a:srgbClr val="663266"/>
                </a:solidFill>
                <a:effectLst/>
                <a:uFillTx/>
                <a:latin typeface="Arial"/>
              </a:rPr>
              <a:t>Klik om de stijl te bewerken</a:t>
            </a:r>
            <a:endParaRPr lang="nl-NL" sz="3200" b="1" u="none" strike="noStrike">
              <a:solidFill>
                <a:srgbClr val="663266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840" cy="4873320"/>
          </a:xfrm>
          <a:prstGeom prst="rect">
            <a:avLst/>
          </a:prstGeom>
          <a:solidFill>
            <a:srgbClr val="E40086"/>
          </a:solidFill>
          <a:ln w="0">
            <a:noFill/>
          </a:ln>
        </p:spPr>
        <p:txBody>
          <a:bodyPr lIns="180000" tIns="180000" rIns="180000" bIns="180000" anchor="ctr">
            <a:noAutofit/>
          </a:bodyPr>
          <a:lstStyle>
            <a:lvl1pPr algn="ctr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  <a:defRPr lang="nl-NL" sz="32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  <a:lvl2pPr lvl="1" algn="ctr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  <a:defRPr lang="nl-NL" sz="28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2pPr>
            <a:lvl3pPr lvl="2" algn="ctr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  <a:defRPr lang="nl-NL" sz="24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3pPr>
            <a:lvl4pPr lvl="3" algn="ctr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  <a:defRPr lang="nl-NL" sz="20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4pPr>
            <a:lvl5pPr lvl="4" algn="ctr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  <a:defRPr lang="nl-NL" sz="20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5pPr>
          </a:lstStyle>
          <a:p>
            <a:pPr marL="228600" indent="-228600" algn="ctr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lang="nl-NL" sz="32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Tekststijl van het model bewerken</a:t>
            </a:r>
            <a:endParaRPr lang="nl-NL" sz="32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  <a:p>
            <a:pPr marL="685800" lvl="1" indent="-228600" algn="ctr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lang="nl-NL" sz="28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Tweede niveau</a:t>
            </a:r>
            <a:endParaRPr lang="nl-NL" sz="2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  <a:p>
            <a:pPr marL="1143000" lvl="2" indent="-228600" algn="ctr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lang="nl-NL" sz="24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Derde niveau</a:t>
            </a:r>
            <a:endParaRPr lang="nl-NL" sz="2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  <a:p>
            <a:pPr marL="1600200" lvl="3" indent="-228600" algn="ctr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lang="nl-NL" sz="20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Vierde niveau</a:t>
            </a:r>
            <a:endParaRPr lang="nl-NL" sz="20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  <a:p>
            <a:pPr marL="2057400" lvl="4" indent="-228600" algn="ctr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lang="nl-NL" sz="20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Vijfde niveau</a:t>
            </a:r>
            <a:endParaRPr lang="nl-NL" sz="20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53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920" cy="3811320"/>
          </a:xfrm>
          <a:prstGeom prst="rect">
            <a:avLst/>
          </a:prstGeom>
          <a:solidFill>
            <a:srgbClr val="E40086"/>
          </a:solidFill>
          <a:ln w="0">
            <a:noFill/>
          </a:ln>
        </p:spPr>
        <p:txBody>
          <a:bodyPr lIns="180000" tIns="180000" rIns="180000" bIns="180000" anchor="ctr">
            <a:noAutofit/>
          </a:bodyPr>
          <a:lstStyle>
            <a:lvl1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nl-NL" sz="16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nl-NL" sz="16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Tekststijl van het model bewerken</a:t>
            </a:r>
            <a:endParaRPr lang="nl-NL" sz="16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4"/>
          <p:cNvSpPr>
            <a:spLocks noGrp="1"/>
          </p:cNvSpPr>
          <p:nvPr>
            <p:ph type="dt" idx="28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nl-N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nl-N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PlaceHolder 5"/>
          <p:cNvSpPr>
            <a:spLocks noGrp="1"/>
          </p:cNvSpPr>
          <p:nvPr>
            <p:ph type="ftr" idx="29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" name="PlaceHolder 6"/>
          <p:cNvSpPr>
            <a:spLocks noGrp="1"/>
          </p:cNvSpPr>
          <p:nvPr>
            <p:ph type="sldNum" idx="30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nl-N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DF63E4A-3649-46EF-BF87-15BEC7037CCE}" type="slidenum">
              <a:rPr lang="nl-N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fbeelding met bijschrif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180000" tIns="180000" rIns="180000" bIns="180000" anchor="b">
            <a:noAutofit/>
          </a:bodyPr>
          <a:lstStyle>
            <a:lvl1pPr indent="0" algn="ctr" defTabSz="914400">
              <a:lnSpc>
                <a:spcPct val="90000"/>
              </a:lnSpc>
              <a:buNone/>
              <a:defRPr lang="nl-NL" sz="3200" b="1" u="none" strike="noStrike">
                <a:solidFill>
                  <a:srgbClr val="663266"/>
                </a:solidFill>
                <a:effectLst/>
                <a:uFillTx/>
                <a:latin typeface="Arial"/>
              </a:defRPr>
            </a:lvl1pPr>
          </a:lstStyle>
          <a:p>
            <a:pPr indent="0" algn="ctr" defTabSz="914400">
              <a:lnSpc>
                <a:spcPct val="90000"/>
              </a:lnSpc>
              <a:buNone/>
            </a:pPr>
            <a:r>
              <a:rPr lang="nl-NL" sz="3200" b="1" u="none" strike="noStrike">
                <a:solidFill>
                  <a:srgbClr val="663266"/>
                </a:solidFill>
                <a:effectLst/>
                <a:uFillTx/>
                <a:latin typeface="Arial"/>
              </a:rPr>
              <a:t>Klik om de stijl te bewerken</a:t>
            </a:r>
            <a:endParaRPr lang="nl-NL" sz="3200" b="1" u="none" strike="noStrike">
              <a:solidFill>
                <a:srgbClr val="663266"/>
              </a:solidFill>
              <a:effectLst/>
              <a:uFillTx/>
              <a:latin typeface="Arial"/>
            </a:endParaRPr>
          </a:p>
        </p:txBody>
      </p:sp>
      <p:sp>
        <p:nvSpPr>
          <p:cNvPr id="58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nl-NL" sz="32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nl-NL" sz="32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nl-NL" sz="32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nl-NL" sz="32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nl-NL" sz="32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nl-NL" sz="32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nl-NL" sz="32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7pPr>
          </a:lstStyle>
          <a:p>
            <a: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nl-NL" sz="32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Click to edit the outline text format</a:t>
            </a:r>
            <a:endParaRPr lang="nl-NL" sz="32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  <a:p>
            <a:pPr marL="457200"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nl-NL" sz="32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Second Outline Level</a:t>
            </a:r>
            <a:endParaRPr lang="nl-NL" sz="32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  <a:p>
            <a:pPr marL="914400"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nl-NL" sz="32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Third Outline Level</a:t>
            </a:r>
            <a:endParaRPr lang="nl-NL" sz="32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  <a:p>
            <a:pPr marL="1371600"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nl-NL" sz="32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Fourth Outline Level</a:t>
            </a:r>
            <a:endParaRPr lang="nl-NL" sz="32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  <a:p>
            <a:pPr marL="1828800"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nl-NL" sz="32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Fifth Outline Level</a:t>
            </a:r>
            <a:endParaRPr lang="nl-NL" sz="32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  <a:p>
            <a:pPr marL="2286000"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nl-NL" sz="32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Sixth Outline Level</a:t>
            </a:r>
            <a:endParaRPr lang="nl-NL" sz="32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  <a:p>
            <a:pPr marL="2743200"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nl-NL" sz="32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Seventh Outline Level</a:t>
            </a:r>
            <a:endParaRPr lang="nl-NL" sz="32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59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920" cy="3811320"/>
          </a:xfrm>
          <a:prstGeom prst="rect">
            <a:avLst/>
          </a:prstGeom>
          <a:solidFill>
            <a:srgbClr val="E40086"/>
          </a:solidFill>
          <a:ln w="0">
            <a:noFill/>
          </a:ln>
        </p:spPr>
        <p:txBody>
          <a:bodyPr lIns="180000" tIns="180000" rIns="180000" bIns="180000" anchor="ctr">
            <a:noAutofit/>
          </a:bodyPr>
          <a:lstStyle>
            <a:lvl1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nl-NL" sz="16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nl-NL" sz="16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Tekststijl van het model bewerken</a:t>
            </a:r>
            <a:endParaRPr lang="nl-NL" sz="16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60" name="PlaceHolder 4"/>
          <p:cNvSpPr>
            <a:spLocks noGrp="1"/>
          </p:cNvSpPr>
          <p:nvPr>
            <p:ph type="dt" idx="3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nl-N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nl-N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" name="PlaceHolder 5"/>
          <p:cNvSpPr>
            <a:spLocks noGrp="1"/>
          </p:cNvSpPr>
          <p:nvPr>
            <p:ph type="ftr" idx="3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" name="PlaceHolder 6"/>
          <p:cNvSpPr>
            <a:spLocks noGrp="1"/>
          </p:cNvSpPr>
          <p:nvPr>
            <p:ph type="sldNum" idx="3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nl-N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5DA7244-4ABE-4D78-A021-7F2ED35078BD}" type="slidenum">
              <a:rPr lang="nl-NL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-page-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" name="Afbeelding 6"/>
          <p:cNvPicPr/>
          <p:nvPr/>
        </p:nvPicPr>
        <p:blipFill>
          <a:blip r:embed="rId2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4" name="Afbeelding 8"/>
          <p:cNvPicPr/>
          <p:nvPr/>
        </p:nvPicPr>
        <p:blipFill>
          <a:blip r:embed="rId3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5" name="PlaceHolder 1"/>
          <p:cNvSpPr>
            <a:spLocks noGrp="1"/>
          </p:cNvSpPr>
          <p:nvPr>
            <p:ph type="title" hasCustomPrompt="1"/>
          </p:nvPr>
        </p:nvSpPr>
        <p:spPr>
          <a:xfrm>
            <a:off x="283320" y="1867320"/>
            <a:ext cx="11630160" cy="1142640"/>
          </a:xfrm>
          <a:prstGeom prst="rect">
            <a:avLst/>
          </a:prstGeom>
          <a:noFill/>
          <a:ln w="0">
            <a:noFill/>
          </a:ln>
        </p:spPr>
        <p:txBody>
          <a:bodyPr lIns="90000" tIns="45720" rIns="91440" bIns="45720" anchor="ctr">
            <a:noAutofit/>
          </a:bodyPr>
          <a:lstStyle>
            <a:lvl1pPr indent="0" algn="l" defTabSz="609480">
              <a:lnSpc>
                <a:spcPct val="100000"/>
              </a:lnSpc>
              <a:buNone/>
              <a:defRPr lang="en-GB" sz="4270" b="1" u="none" strike="noStrike" cap="all">
                <a:solidFill>
                  <a:schemeClr val="lt1">
                    <a:alpha val="94000"/>
                  </a:schemeClr>
                </a:solidFill>
                <a:effectLst/>
                <a:uFillTx/>
                <a:latin typeface="Arial"/>
              </a:defRPr>
            </a:lvl1pPr>
          </a:lstStyle>
          <a:p>
            <a:pPr indent="0" algn="l" defTabSz="609480">
              <a:lnSpc>
                <a:spcPct val="100000"/>
              </a:lnSpc>
              <a:buNone/>
            </a:pPr>
            <a:r>
              <a:rPr lang="en-GB" sz="4270" b="1" u="none" strike="noStrike" cap="all">
                <a:solidFill>
                  <a:schemeClr val="lt1">
                    <a:alpha val="94000"/>
                  </a:schemeClr>
                </a:solidFill>
                <a:effectLst/>
                <a:uFillTx/>
                <a:latin typeface="Arial"/>
              </a:rPr>
              <a:t>TITLE OF PRESENTATION</a:t>
            </a:r>
            <a:endParaRPr lang="nl-NL" sz="4270" b="1" u="none" strike="noStrike" cap="all">
              <a:solidFill>
                <a:schemeClr val="lt1">
                  <a:alpha val="94000"/>
                </a:schemeClr>
              </a:solidFill>
              <a:effectLst/>
              <a:uFillTx/>
              <a:latin typeface="Arial"/>
            </a:endParaRPr>
          </a:p>
        </p:txBody>
      </p:sp>
      <p:sp>
        <p:nvSpPr>
          <p:cNvPr id="66" name="PlaceHolder 2"/>
          <p:cNvSpPr>
            <a:spLocks noGrp="1"/>
          </p:cNvSpPr>
          <p:nvPr>
            <p:ph type="body" hasCustomPrompt="1"/>
          </p:nvPr>
        </p:nvSpPr>
        <p:spPr>
          <a:xfrm>
            <a:off x="283320" y="3108960"/>
            <a:ext cx="11630160" cy="2323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marL="457200" indent="-457200" algn="l" defTabSz="60948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GB" sz="24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marL="457200" indent="-457200" algn="l" defTabSz="60948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GB" sz="24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Click to add text</a:t>
            </a:r>
            <a:endParaRPr lang="nl-NL" sz="2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pic>
        <p:nvPicPr>
          <p:cNvPr id="67" name="Afbeelding 5"/>
          <p:cNvPicPr/>
          <p:nvPr/>
        </p:nvPicPr>
        <p:blipFill>
          <a:blip r:embed="rId4"/>
          <a:stretch/>
        </p:blipFill>
        <p:spPr>
          <a:xfrm>
            <a:off x="254520" y="254520"/>
            <a:ext cx="897120" cy="897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8" name="Afbeelding 9"/>
          <p:cNvPicPr/>
          <p:nvPr/>
        </p:nvPicPr>
        <p:blipFill>
          <a:blip r:embed="rId5"/>
          <a:stretch/>
        </p:blipFill>
        <p:spPr>
          <a:xfrm>
            <a:off x="1152000" y="206280"/>
            <a:ext cx="1443240" cy="90144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losing-pag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Afbeelding 6"/>
          <p:cNvPicPr/>
          <p:nvPr/>
        </p:nvPicPr>
        <p:blipFill>
          <a:blip r:embed="rId2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0" name="Rechthoek 10"/>
          <p:cNvSpPr/>
          <p:nvPr/>
        </p:nvSpPr>
        <p:spPr>
          <a:xfrm>
            <a:off x="0" y="0"/>
            <a:ext cx="12191760" cy="5452560"/>
          </a:xfrm>
          <a:prstGeom prst="rect">
            <a:avLst/>
          </a:prstGeom>
          <a:solidFill>
            <a:srgbClr val="66336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nl-NL" sz="2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71" name="PlaceHolder 1"/>
          <p:cNvSpPr>
            <a:spLocks noGrp="1"/>
          </p:cNvSpPr>
          <p:nvPr>
            <p:ph type="body" hasCustomPrompt="1"/>
          </p:nvPr>
        </p:nvSpPr>
        <p:spPr>
          <a:xfrm>
            <a:off x="283320" y="1600200"/>
            <a:ext cx="11630160" cy="3832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marL="457200" indent="-457200" algn="l" defTabSz="60948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  <a:defRPr lang="en-GB" sz="32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marL="457200" indent="-457200" algn="l" defTabSz="60948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r>
              <a:rPr lang="en-GB" sz="32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Click to add text</a:t>
            </a:r>
            <a:endParaRPr lang="nl-NL" sz="3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72" name="PlaceHolder 2"/>
          <p:cNvSpPr>
            <a:spLocks noGrp="1"/>
          </p:cNvSpPr>
          <p:nvPr>
            <p:ph type="body" hasCustomPrompt="1"/>
          </p:nvPr>
        </p:nvSpPr>
        <p:spPr>
          <a:xfrm>
            <a:off x="4591440" y="5696640"/>
            <a:ext cx="7346160" cy="8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l" defTabSz="609480">
              <a:lnSpc>
                <a:spcPct val="100000"/>
              </a:lnSpc>
              <a:spcBef>
                <a:spcPts val="320"/>
              </a:spcBef>
              <a:buNone/>
              <a:tabLst>
                <a:tab pos="0" algn="l"/>
              </a:tabLst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609480">
              <a:lnSpc>
                <a:spcPct val="100000"/>
              </a:lnSpc>
              <a:spcBef>
                <a:spcPts val="320"/>
              </a:spcBef>
              <a:buNone/>
              <a:tabLst>
                <a:tab pos="0" algn="l"/>
              </a:tabLst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Contact details (name, email address, etc..)</a:t>
            </a:r>
            <a:endParaRPr lang="nl-NL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pic>
        <p:nvPicPr>
          <p:cNvPr id="73" name="Afbeelding 6"/>
          <p:cNvPicPr/>
          <p:nvPr/>
        </p:nvPicPr>
        <p:blipFill>
          <a:blip r:embed="rId3"/>
          <a:stretch/>
        </p:blipFill>
        <p:spPr>
          <a:xfrm>
            <a:off x="1150560" y="5653800"/>
            <a:ext cx="1443240" cy="90144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-page-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" name="Afbeelding 6"/>
          <p:cNvPicPr/>
          <p:nvPr/>
        </p:nvPicPr>
        <p:blipFill>
          <a:blip r:embed="rId2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5" name="Afbeelding 7"/>
          <p:cNvPicPr/>
          <p:nvPr/>
        </p:nvPicPr>
        <p:blipFill>
          <a:blip r:embed="rId3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6" name="PlaceHolder 1"/>
          <p:cNvSpPr>
            <a:spLocks noGrp="1"/>
          </p:cNvSpPr>
          <p:nvPr>
            <p:ph type="title" hasCustomPrompt="1"/>
          </p:nvPr>
        </p:nvSpPr>
        <p:spPr>
          <a:xfrm>
            <a:off x="283320" y="1867320"/>
            <a:ext cx="11630160" cy="1142640"/>
          </a:xfrm>
          <a:prstGeom prst="rect">
            <a:avLst/>
          </a:prstGeom>
          <a:noFill/>
          <a:ln w="0">
            <a:noFill/>
          </a:ln>
        </p:spPr>
        <p:txBody>
          <a:bodyPr lIns="90000" tIns="45720" rIns="91440" bIns="45720" anchor="ctr">
            <a:noAutofit/>
          </a:bodyPr>
          <a:lstStyle>
            <a:lvl1pPr indent="0" algn="l" defTabSz="609480">
              <a:lnSpc>
                <a:spcPct val="100000"/>
              </a:lnSpc>
              <a:buNone/>
              <a:defRPr lang="en-GB" sz="4270" b="1" u="none" strike="noStrike" cap="all">
                <a:solidFill>
                  <a:schemeClr val="lt1">
                    <a:alpha val="94000"/>
                  </a:schemeClr>
                </a:solidFill>
                <a:effectLst/>
                <a:uFillTx/>
                <a:latin typeface="Arial"/>
              </a:defRPr>
            </a:lvl1pPr>
          </a:lstStyle>
          <a:p>
            <a:pPr indent="0" algn="l" defTabSz="609480">
              <a:lnSpc>
                <a:spcPct val="100000"/>
              </a:lnSpc>
              <a:buNone/>
            </a:pPr>
            <a:r>
              <a:rPr lang="en-GB" sz="4270" b="1" u="none" strike="noStrike" cap="all">
                <a:solidFill>
                  <a:schemeClr val="lt1">
                    <a:alpha val="94000"/>
                  </a:schemeClr>
                </a:solidFill>
                <a:effectLst/>
                <a:uFillTx/>
                <a:latin typeface="Arial"/>
              </a:rPr>
              <a:t>TITLE OF PRESENTATION</a:t>
            </a:r>
            <a:endParaRPr lang="nl-NL" sz="4270" b="1" u="none" strike="noStrike" cap="all">
              <a:solidFill>
                <a:schemeClr val="lt1">
                  <a:alpha val="94000"/>
                </a:schemeClr>
              </a:solidFill>
              <a:effectLst/>
              <a:uFillTx/>
              <a:latin typeface="Arial"/>
            </a:endParaRPr>
          </a:p>
        </p:txBody>
      </p:sp>
      <p:pic>
        <p:nvPicPr>
          <p:cNvPr id="77" name="Afbeelding 10"/>
          <p:cNvPicPr/>
          <p:nvPr/>
        </p:nvPicPr>
        <p:blipFill>
          <a:blip r:embed="rId4"/>
          <a:stretch/>
        </p:blipFill>
        <p:spPr>
          <a:xfrm>
            <a:off x="254520" y="254520"/>
            <a:ext cx="897120" cy="897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8" name="Afbeelding 12"/>
          <p:cNvPicPr/>
          <p:nvPr/>
        </p:nvPicPr>
        <p:blipFill>
          <a:blip r:embed="rId5"/>
          <a:stretch/>
        </p:blipFill>
        <p:spPr>
          <a:xfrm>
            <a:off x="1152000" y="206280"/>
            <a:ext cx="1443240" cy="90144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ver-Sheet-pictur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" name="Afbeelding 6"/>
          <p:cNvPicPr/>
          <p:nvPr/>
        </p:nvPicPr>
        <p:blipFill>
          <a:blip r:embed="rId2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0" name="Afbeelding 4"/>
          <p:cNvPicPr/>
          <p:nvPr/>
        </p:nvPicPr>
        <p:blipFill>
          <a:blip r:embed="rId3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1" name="PlaceHolder 1"/>
          <p:cNvSpPr>
            <a:spLocks noGrp="1"/>
          </p:cNvSpPr>
          <p:nvPr>
            <p:ph type="body" hasCustomPrompt="1"/>
          </p:nvPr>
        </p:nvSpPr>
        <p:spPr>
          <a:xfrm>
            <a:off x="0" y="1401480"/>
            <a:ext cx="12191760" cy="5476320"/>
          </a:xfrm>
          <a:prstGeom prst="rect">
            <a:avLst/>
          </a:prstGeom>
          <a:blipFill rotWithShape="0">
            <a:blip r:embed="rId4"/>
            <a:stretch/>
          </a:blipFill>
          <a:ln w="0">
            <a:noFill/>
          </a:ln>
        </p:spPr>
        <p:txBody>
          <a:bodyPr lIns="90000" tIns="1188000" rIns="90000" bIns="4500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defRPr lang="en-GB" sz="1800" b="0" u="none" strike="noStrike">
                <a:solidFill>
                  <a:srgbClr val="663366"/>
                </a:solidFill>
                <a:effectLst/>
                <a:uFillTx/>
                <a:latin typeface="Arial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r>
              <a:rPr lang="en-GB" sz="1800" b="0" u="none" strike="noStrike">
                <a:solidFill>
                  <a:srgbClr val="663366"/>
                </a:solidFill>
                <a:effectLst/>
                <a:uFillTx/>
                <a:latin typeface="Arial"/>
              </a:rPr>
              <a:t>Make your own Cover Sheet: click on the icon below and add you own picture</a:t>
            </a:r>
            <a:endParaRPr lang="nl-NL" sz="1800" b="0" u="none" strike="noStrike">
              <a:solidFill>
                <a:srgbClr val="663366"/>
              </a:solidFill>
              <a:effectLst/>
              <a:uFillTx/>
              <a:latin typeface="Arial"/>
            </a:endParaRPr>
          </a:p>
        </p:txBody>
      </p:sp>
      <p:pic>
        <p:nvPicPr>
          <p:cNvPr id="82" name="Afbeelding 6"/>
          <p:cNvPicPr/>
          <p:nvPr/>
        </p:nvPicPr>
        <p:blipFill>
          <a:blip r:embed="rId5"/>
          <a:stretch/>
        </p:blipFill>
        <p:spPr>
          <a:xfrm>
            <a:off x="1150560" y="211320"/>
            <a:ext cx="1443240" cy="90144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ver-Sheet-text-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" name="Afbeelding 6"/>
          <p:cNvPicPr/>
          <p:nvPr/>
        </p:nvPicPr>
        <p:blipFill>
          <a:blip r:embed="rId2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4" name="Afbeelding 6"/>
          <p:cNvPicPr/>
          <p:nvPr/>
        </p:nvPicPr>
        <p:blipFill>
          <a:blip r:embed="rId3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5" name="PlaceHolder 1"/>
          <p:cNvSpPr>
            <a:spLocks noGrp="1"/>
          </p:cNvSpPr>
          <p:nvPr>
            <p:ph type="ftr" idx="34"/>
          </p:nvPr>
        </p:nvSpPr>
        <p:spPr>
          <a:xfrm>
            <a:off x="1990080" y="6173640"/>
            <a:ext cx="84859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" name="PlaceHolder 2"/>
          <p:cNvSpPr>
            <a:spLocks noGrp="1"/>
          </p:cNvSpPr>
          <p:nvPr>
            <p:ph type="sldNum" idx="35"/>
          </p:nvPr>
        </p:nvSpPr>
        <p:spPr>
          <a:xfrm>
            <a:off x="10804680" y="6172920"/>
            <a:ext cx="11059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nl-NL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32C14AD-B2C2-4023-8663-C82D4FB5A91A}" type="slidenum">
              <a:rPr lang="nl-NL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&lt;number&gt;</a:t>
            </a:fld>
            <a:endParaRPr lang="en-US" sz="1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" name="PlaceHolder 3"/>
          <p:cNvSpPr>
            <a:spLocks noGrp="1"/>
          </p:cNvSpPr>
          <p:nvPr>
            <p:ph type="title" hasCustomPrompt="1"/>
          </p:nvPr>
        </p:nvSpPr>
        <p:spPr>
          <a:xfrm>
            <a:off x="1990080" y="1516680"/>
            <a:ext cx="9920880" cy="1142640"/>
          </a:xfrm>
          <a:prstGeom prst="rect">
            <a:avLst/>
          </a:prstGeom>
          <a:noFill/>
          <a:ln w="0">
            <a:noFill/>
          </a:ln>
        </p:spPr>
        <p:txBody>
          <a:bodyPr lIns="90000" tIns="45720" rIns="91440" bIns="45720" anchor="ctr">
            <a:noAutofit/>
          </a:bodyPr>
          <a:lstStyle>
            <a:lvl1pPr indent="0" algn="l" defTabSz="609480">
              <a:lnSpc>
                <a:spcPct val="100000"/>
              </a:lnSpc>
              <a:buNone/>
              <a:defRPr lang="en-GB" sz="4270" b="1" u="none" strike="noStrike">
                <a:solidFill>
                  <a:srgbClr val="660066"/>
                </a:solidFill>
                <a:effectLst/>
                <a:uFillTx/>
                <a:latin typeface="Arial"/>
              </a:defRPr>
            </a:lvl1pPr>
          </a:lstStyle>
          <a:p>
            <a:pPr indent="0" algn="l" defTabSz="609480">
              <a:lnSpc>
                <a:spcPct val="100000"/>
              </a:lnSpc>
              <a:buNone/>
            </a:pPr>
            <a:r>
              <a:rPr lang="en-GB" sz="4270" b="1" u="none" strike="noStrike">
                <a:solidFill>
                  <a:srgbClr val="660066"/>
                </a:solidFill>
                <a:effectLst/>
                <a:uFillTx/>
                <a:latin typeface="Arial"/>
              </a:rPr>
              <a:t>Title of presentation</a:t>
            </a:r>
            <a:endParaRPr lang="nl-NL" sz="4270" b="1" u="none" strike="noStrike">
              <a:solidFill>
                <a:srgbClr val="660066"/>
              </a:solidFill>
              <a:effectLst/>
              <a:uFillTx/>
              <a:latin typeface="Arial"/>
            </a:endParaRPr>
          </a:p>
        </p:txBody>
      </p:sp>
      <p:sp>
        <p:nvSpPr>
          <p:cNvPr id="88" name="PlaceHolder 4"/>
          <p:cNvSpPr>
            <a:spLocks noGrp="1"/>
          </p:cNvSpPr>
          <p:nvPr>
            <p:ph type="body" hasCustomPrompt="1"/>
          </p:nvPr>
        </p:nvSpPr>
        <p:spPr>
          <a:xfrm>
            <a:off x="1990080" y="2726280"/>
            <a:ext cx="9920880" cy="3378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609480">
              <a:lnSpc>
                <a:spcPct val="100000"/>
              </a:lnSpc>
              <a:spcBef>
                <a:spcPts val="641"/>
              </a:spcBef>
              <a:buClr>
                <a:srgbClr val="663366"/>
              </a:buClr>
              <a:buFont typeface="Arial"/>
              <a:buChar char="•"/>
              <a:defRPr lang="en-GB" sz="3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609480">
              <a:lnSpc>
                <a:spcPct val="100000"/>
              </a:lnSpc>
              <a:spcBef>
                <a:spcPts val="533"/>
              </a:spcBef>
              <a:buClr>
                <a:srgbClr val="663366"/>
              </a:buClr>
              <a:buFont typeface="Arial"/>
              <a:buChar char="–"/>
              <a:defRPr lang="en-GB" sz="266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</a:lstStyle>
          <a:p>
            <a:pPr marL="457200" indent="-457200" algn="l" defTabSz="609480">
              <a:lnSpc>
                <a:spcPct val="100000"/>
              </a:lnSpc>
              <a:spcBef>
                <a:spcPts val="641"/>
              </a:spcBef>
              <a:buClr>
                <a:srgbClr val="663366"/>
              </a:buClr>
              <a:buFont typeface="Arial"/>
              <a:buChar char="•"/>
            </a:pPr>
            <a:r>
              <a:rPr lang="en-GB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add text</a:t>
            </a:r>
            <a:endParaRPr lang="nl-NL" sz="3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990720" lvl="1" indent="-380880" algn="l" defTabSz="609480">
              <a:lnSpc>
                <a:spcPct val="100000"/>
              </a:lnSpc>
              <a:spcBef>
                <a:spcPts val="533"/>
              </a:spcBef>
              <a:buClr>
                <a:srgbClr val="663366"/>
              </a:buClr>
              <a:buFont typeface="Arial"/>
              <a:buChar char="–"/>
            </a:pPr>
            <a:r>
              <a:rPr lang="en-GB" sz="266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nl-NL" sz="266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ver-Sheet-text-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9" name="Afbeelding 6"/>
          <p:cNvPicPr/>
          <p:nvPr/>
        </p:nvPicPr>
        <p:blipFill>
          <a:blip r:embed="rId2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0" name="Afbeelding 6"/>
          <p:cNvPicPr/>
          <p:nvPr/>
        </p:nvPicPr>
        <p:blipFill>
          <a:blip r:embed="rId3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1" name="PlaceHolder 1"/>
          <p:cNvSpPr>
            <a:spLocks noGrp="1"/>
          </p:cNvSpPr>
          <p:nvPr>
            <p:ph type="ftr" idx="36"/>
          </p:nvPr>
        </p:nvSpPr>
        <p:spPr>
          <a:xfrm>
            <a:off x="1990080" y="6173640"/>
            <a:ext cx="84877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 type="sldNum" idx="37"/>
          </p:nvPr>
        </p:nvSpPr>
        <p:spPr>
          <a:xfrm>
            <a:off x="10804680" y="6172920"/>
            <a:ext cx="11059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nl-NL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34A0C28-2F81-455C-ADB2-F3D478F16CE8}" type="slidenum">
              <a:rPr lang="nl-NL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&lt;number&gt;</a:t>
            </a:fld>
            <a:endParaRPr lang="en-US" sz="1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" name="PlaceHolder 3"/>
          <p:cNvSpPr>
            <a:spLocks noGrp="1"/>
          </p:cNvSpPr>
          <p:nvPr>
            <p:ph type="title" hasCustomPrompt="1"/>
          </p:nvPr>
        </p:nvSpPr>
        <p:spPr>
          <a:xfrm>
            <a:off x="1990080" y="1516680"/>
            <a:ext cx="9920880" cy="1142640"/>
          </a:xfrm>
          <a:prstGeom prst="rect">
            <a:avLst/>
          </a:prstGeom>
          <a:noFill/>
          <a:ln w="0">
            <a:noFill/>
          </a:ln>
        </p:spPr>
        <p:txBody>
          <a:bodyPr lIns="90000" tIns="45720" rIns="91440" bIns="45720" anchor="ctr">
            <a:noAutofit/>
          </a:bodyPr>
          <a:lstStyle>
            <a:lvl1pPr indent="0" algn="l" defTabSz="609480">
              <a:lnSpc>
                <a:spcPct val="100000"/>
              </a:lnSpc>
              <a:buNone/>
              <a:defRPr lang="en-GB" sz="4270" b="1" u="none" strike="noStrike">
                <a:solidFill>
                  <a:srgbClr val="660066"/>
                </a:solidFill>
                <a:effectLst/>
                <a:uFillTx/>
                <a:latin typeface="Arial"/>
              </a:defRPr>
            </a:lvl1pPr>
          </a:lstStyle>
          <a:p>
            <a:pPr indent="0" algn="l" defTabSz="609480">
              <a:lnSpc>
                <a:spcPct val="100000"/>
              </a:lnSpc>
              <a:buNone/>
            </a:pPr>
            <a:r>
              <a:rPr lang="en-GB" sz="4270" b="1" u="none" strike="noStrike">
                <a:solidFill>
                  <a:srgbClr val="660066"/>
                </a:solidFill>
                <a:effectLst/>
                <a:uFillTx/>
                <a:latin typeface="Arial"/>
              </a:rPr>
              <a:t>Title of presentation</a:t>
            </a:r>
            <a:endParaRPr lang="nl-NL" sz="4270" b="1" u="none" strike="noStrike">
              <a:solidFill>
                <a:srgbClr val="660066"/>
              </a:solidFill>
              <a:effectLst/>
              <a:uFillTx/>
              <a:latin typeface="Arial"/>
            </a:endParaRPr>
          </a:p>
        </p:txBody>
      </p:sp>
      <p:sp>
        <p:nvSpPr>
          <p:cNvPr id="94" name="PlaceHolder 4"/>
          <p:cNvSpPr>
            <a:spLocks noGrp="1"/>
          </p:cNvSpPr>
          <p:nvPr>
            <p:ph type="body" hasCustomPrompt="1"/>
          </p:nvPr>
        </p:nvSpPr>
        <p:spPr>
          <a:xfrm>
            <a:off x="1990080" y="2726280"/>
            <a:ext cx="9920880" cy="3378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609480">
              <a:lnSpc>
                <a:spcPct val="100000"/>
              </a:lnSpc>
              <a:spcBef>
                <a:spcPts val="641"/>
              </a:spcBef>
              <a:buClr>
                <a:srgbClr val="663366"/>
              </a:buClr>
              <a:buFont typeface="Arial"/>
              <a:buChar char="•"/>
              <a:defRPr lang="en-GB" sz="3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609480">
              <a:lnSpc>
                <a:spcPct val="100000"/>
              </a:lnSpc>
              <a:spcBef>
                <a:spcPts val="533"/>
              </a:spcBef>
              <a:buClr>
                <a:srgbClr val="663366"/>
              </a:buClr>
              <a:buFont typeface="Arial"/>
              <a:buChar char="–"/>
              <a:defRPr lang="en-GB" sz="266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</a:lstStyle>
          <a:p>
            <a:pPr marL="457200" indent="-457200" algn="l" defTabSz="609480">
              <a:lnSpc>
                <a:spcPct val="100000"/>
              </a:lnSpc>
              <a:spcBef>
                <a:spcPts val="641"/>
              </a:spcBef>
              <a:buClr>
                <a:srgbClr val="663366"/>
              </a:buClr>
              <a:buFont typeface="Arial"/>
              <a:buChar char="•"/>
            </a:pPr>
            <a:r>
              <a:rPr lang="en-GB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add text</a:t>
            </a:r>
            <a:endParaRPr lang="nl-NL" sz="3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990720" lvl="1" indent="-380880" algn="l" defTabSz="609480">
              <a:lnSpc>
                <a:spcPct val="100000"/>
              </a:lnSpc>
              <a:spcBef>
                <a:spcPts val="533"/>
              </a:spcBef>
              <a:buClr>
                <a:srgbClr val="663366"/>
              </a:buClr>
              <a:buFont typeface="Arial"/>
              <a:buChar char="–"/>
            </a:pPr>
            <a:r>
              <a:rPr lang="en-GB" sz="266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nl-NL" sz="266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ver-Sheet-text-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5" name="Afbeelding 6"/>
          <p:cNvPicPr/>
          <p:nvPr/>
        </p:nvPicPr>
        <p:blipFill>
          <a:blip r:embed="rId2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6" name="Afbeelding 10"/>
          <p:cNvPicPr/>
          <p:nvPr/>
        </p:nvPicPr>
        <p:blipFill>
          <a:blip r:embed="rId3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7" name="PlaceHolder 1"/>
          <p:cNvSpPr>
            <a:spLocks noGrp="1"/>
          </p:cNvSpPr>
          <p:nvPr>
            <p:ph type="ftr" idx="38"/>
          </p:nvPr>
        </p:nvSpPr>
        <p:spPr>
          <a:xfrm>
            <a:off x="1991880" y="6173640"/>
            <a:ext cx="84859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" name="PlaceHolder 2"/>
          <p:cNvSpPr>
            <a:spLocks noGrp="1"/>
          </p:cNvSpPr>
          <p:nvPr>
            <p:ph type="sldNum" idx="39"/>
          </p:nvPr>
        </p:nvSpPr>
        <p:spPr>
          <a:xfrm>
            <a:off x="10804680" y="6172920"/>
            <a:ext cx="11059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nl-NL" sz="16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C9265B5-1604-4264-9BD0-4427C7E0444F}" type="slidenum">
              <a:rPr lang="nl-NL" sz="16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Arial"/>
              </a:rPr>
              <a:t>&lt;number&gt;</a:t>
            </a:fld>
            <a:endParaRPr lang="en-US" sz="1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" name="PlaceHolder 3"/>
          <p:cNvSpPr>
            <a:spLocks noGrp="1"/>
          </p:cNvSpPr>
          <p:nvPr>
            <p:ph type="title" hasCustomPrompt="1"/>
          </p:nvPr>
        </p:nvSpPr>
        <p:spPr>
          <a:xfrm>
            <a:off x="1991880" y="1515600"/>
            <a:ext cx="9918720" cy="1142640"/>
          </a:xfrm>
          <a:prstGeom prst="rect">
            <a:avLst/>
          </a:prstGeom>
          <a:noFill/>
          <a:ln w="0">
            <a:noFill/>
          </a:ln>
        </p:spPr>
        <p:txBody>
          <a:bodyPr lIns="90000" tIns="45720" rIns="91440" bIns="45720" anchor="ctr">
            <a:noAutofit/>
          </a:bodyPr>
          <a:lstStyle>
            <a:lvl1pPr indent="0" algn="r" defTabSz="609480">
              <a:lnSpc>
                <a:spcPct val="100000"/>
              </a:lnSpc>
              <a:buNone/>
              <a:defRPr lang="en-GB" sz="4270" b="1" u="none" strike="noStrike">
                <a:solidFill>
                  <a:srgbClr val="660066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09480">
              <a:lnSpc>
                <a:spcPct val="100000"/>
              </a:lnSpc>
              <a:buNone/>
            </a:pPr>
            <a:r>
              <a:rPr lang="en-GB" sz="4270" b="1" u="none" strike="noStrike">
                <a:solidFill>
                  <a:srgbClr val="660066"/>
                </a:solidFill>
                <a:effectLst/>
                <a:uFillTx/>
                <a:latin typeface="Arial"/>
              </a:rPr>
              <a:t>Title of presentation</a:t>
            </a:r>
            <a:endParaRPr lang="nl-NL" sz="4270" b="1" u="none" strike="noStrike">
              <a:solidFill>
                <a:srgbClr val="660066"/>
              </a:solidFill>
              <a:effectLst/>
              <a:uFillTx/>
              <a:latin typeface="Arial"/>
            </a:endParaRPr>
          </a:p>
        </p:txBody>
      </p:sp>
      <p:sp>
        <p:nvSpPr>
          <p:cNvPr id="100" name="PlaceHolder 4"/>
          <p:cNvSpPr>
            <a:spLocks noGrp="1"/>
          </p:cNvSpPr>
          <p:nvPr>
            <p:ph type="body" hasCustomPrompt="1"/>
          </p:nvPr>
        </p:nvSpPr>
        <p:spPr>
          <a:xfrm>
            <a:off x="1991880" y="2726280"/>
            <a:ext cx="9918720" cy="3380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r" defTabSz="609480">
              <a:lnSpc>
                <a:spcPct val="100000"/>
              </a:lnSpc>
              <a:spcBef>
                <a:spcPts val="641"/>
              </a:spcBef>
              <a:buClr>
                <a:srgbClr val="663366"/>
              </a:buClr>
              <a:buFont typeface="Arial"/>
              <a:buChar char="•"/>
              <a:defRPr lang="en-GB" sz="3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r" defTabSz="609480">
              <a:lnSpc>
                <a:spcPct val="100000"/>
              </a:lnSpc>
              <a:spcBef>
                <a:spcPts val="533"/>
              </a:spcBef>
              <a:buClr>
                <a:srgbClr val="663366"/>
              </a:buClr>
              <a:buFont typeface="Arial"/>
              <a:buChar char="–"/>
              <a:defRPr lang="en-GB" sz="266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</a:lstStyle>
          <a:p>
            <a:pPr marL="457200" indent="-457200" algn="r" defTabSz="609480">
              <a:lnSpc>
                <a:spcPct val="100000"/>
              </a:lnSpc>
              <a:spcBef>
                <a:spcPts val="641"/>
              </a:spcBef>
              <a:buClr>
                <a:srgbClr val="663366"/>
              </a:buClr>
              <a:buFont typeface="Arial"/>
              <a:buChar char="•"/>
            </a:pPr>
            <a:r>
              <a:rPr lang="en-GB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add text</a:t>
            </a:r>
            <a:endParaRPr lang="nl-NL" sz="3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990720" lvl="1" indent="-380880" algn="r" defTabSz="609480">
              <a:lnSpc>
                <a:spcPct val="100000"/>
              </a:lnSpc>
              <a:spcBef>
                <a:spcPts val="533"/>
              </a:spcBef>
              <a:buClr>
                <a:srgbClr val="663366"/>
              </a:buClr>
              <a:buFont typeface="Arial"/>
              <a:buChar char="–"/>
            </a:pPr>
            <a:r>
              <a:rPr lang="en-GB" sz="266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nl-NL" sz="266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inuation-page-title-objec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Afbeelding 6"/>
          <p:cNvPicPr/>
          <p:nvPr/>
        </p:nvPicPr>
        <p:blipFill>
          <a:blip r:embed="rId2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2" name="PlaceHolder 1"/>
          <p:cNvSpPr>
            <a:spLocks noGrp="1"/>
          </p:cNvSpPr>
          <p:nvPr>
            <p:ph type="body" hasCustomPrompt="1"/>
          </p:nvPr>
        </p:nvSpPr>
        <p:spPr>
          <a:xfrm>
            <a:off x="283320" y="1600200"/>
            <a:ext cx="11630160" cy="3832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609480">
              <a:lnSpc>
                <a:spcPct val="100000"/>
              </a:lnSpc>
              <a:spcBef>
                <a:spcPts val="641"/>
              </a:spcBef>
              <a:buClr>
                <a:srgbClr val="663366"/>
              </a:buClr>
              <a:buFont typeface="Arial"/>
              <a:buChar char="•"/>
              <a:defRPr lang="en-GB" sz="3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609480">
              <a:lnSpc>
                <a:spcPct val="100000"/>
              </a:lnSpc>
              <a:spcBef>
                <a:spcPts val="533"/>
              </a:spcBef>
              <a:buClr>
                <a:srgbClr val="663366"/>
              </a:buClr>
              <a:buFont typeface="Arial"/>
              <a:buChar char="–"/>
              <a:defRPr lang="en-GB" sz="266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</a:lstStyle>
          <a:p>
            <a:pPr marL="457200" indent="-457200" algn="l" defTabSz="609480">
              <a:lnSpc>
                <a:spcPct val="100000"/>
              </a:lnSpc>
              <a:spcBef>
                <a:spcPts val="641"/>
              </a:spcBef>
              <a:buClr>
                <a:srgbClr val="663366"/>
              </a:buClr>
              <a:buFont typeface="Arial"/>
              <a:buChar char="•"/>
            </a:pPr>
            <a:r>
              <a:rPr lang="en-GB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add text</a:t>
            </a:r>
            <a:endParaRPr lang="nl-NL" sz="3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990720" lvl="1" indent="-380880" algn="l" defTabSz="609480">
              <a:lnSpc>
                <a:spcPct val="100000"/>
              </a:lnSpc>
              <a:spcBef>
                <a:spcPts val="533"/>
              </a:spcBef>
              <a:buClr>
                <a:srgbClr val="663366"/>
              </a:buClr>
              <a:buFont typeface="Arial"/>
              <a:buChar char="–"/>
            </a:pPr>
            <a:r>
              <a:rPr lang="en-GB" sz="266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nl-NL" sz="266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03" name="PlaceHolder 2"/>
          <p:cNvSpPr>
            <a:spLocks noGrp="1"/>
          </p:cNvSpPr>
          <p:nvPr>
            <p:ph type="ftr" idx="40"/>
          </p:nvPr>
        </p:nvSpPr>
        <p:spPr>
          <a:xfrm>
            <a:off x="2145960" y="6173640"/>
            <a:ext cx="83322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" name="PlaceHolder 3"/>
          <p:cNvSpPr>
            <a:spLocks noGrp="1"/>
          </p:cNvSpPr>
          <p:nvPr>
            <p:ph type="sldNum" idx="41"/>
          </p:nvPr>
        </p:nvSpPr>
        <p:spPr>
          <a:xfrm>
            <a:off x="10804680" y="6172920"/>
            <a:ext cx="11059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nl-NL" sz="16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CA171EA-DFF2-4905-B0A7-969550A1C719}" type="slidenum">
              <a:rPr lang="nl-NL" sz="16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Arial"/>
              </a:rPr>
              <a:t>&lt;number&gt;</a:t>
            </a:fld>
            <a:endParaRPr lang="en-US" sz="1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" name="PlaceHolder 4"/>
          <p:cNvSpPr>
            <a:spLocks noGrp="1"/>
          </p:cNvSpPr>
          <p:nvPr>
            <p:ph type="title" hasCustomPrompt="1"/>
          </p:nvPr>
        </p:nvSpPr>
        <p:spPr>
          <a:xfrm>
            <a:off x="283320" y="275040"/>
            <a:ext cx="11630160" cy="1142640"/>
          </a:xfrm>
          <a:prstGeom prst="rect">
            <a:avLst/>
          </a:prstGeom>
          <a:noFill/>
          <a:ln w="0">
            <a:noFill/>
          </a:ln>
        </p:spPr>
        <p:txBody>
          <a:bodyPr lIns="90000" tIns="45720" rIns="91440" bIns="45720" anchor="ctr">
            <a:noAutofit/>
          </a:bodyPr>
          <a:lstStyle>
            <a:lvl1pPr indent="0" algn="l" defTabSz="609480">
              <a:lnSpc>
                <a:spcPct val="100000"/>
              </a:lnSpc>
              <a:buNone/>
              <a:defRPr lang="en-GB" sz="4270" b="1" u="none" strike="noStrike">
                <a:solidFill>
                  <a:srgbClr val="660066"/>
                </a:solidFill>
                <a:effectLst/>
                <a:uFillTx/>
                <a:latin typeface="Arial"/>
              </a:defRPr>
            </a:lvl1pPr>
          </a:lstStyle>
          <a:p>
            <a:pPr indent="0" algn="l" defTabSz="609480">
              <a:lnSpc>
                <a:spcPct val="100000"/>
              </a:lnSpc>
              <a:buNone/>
            </a:pPr>
            <a:r>
              <a:rPr lang="en-GB" sz="4270" b="1" u="none" strike="noStrike">
                <a:solidFill>
                  <a:srgbClr val="660066"/>
                </a:solidFill>
                <a:effectLst/>
                <a:uFillTx/>
                <a:latin typeface="Arial"/>
              </a:rPr>
              <a:t>Title</a:t>
            </a:r>
            <a:endParaRPr lang="nl-NL" sz="4270" b="1" u="none" strike="noStrike">
              <a:solidFill>
                <a:srgbClr val="660066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Continuation-page-title-2-object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6" name="Afbeelding 6"/>
          <p:cNvPicPr/>
          <p:nvPr/>
        </p:nvPicPr>
        <p:blipFill>
          <a:blip r:embed="rId2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7" name="PlaceHolder 1"/>
          <p:cNvSpPr>
            <a:spLocks noGrp="1"/>
          </p:cNvSpPr>
          <p:nvPr>
            <p:ph type="title" hasCustomPrompt="1"/>
          </p:nvPr>
        </p:nvSpPr>
        <p:spPr>
          <a:xfrm>
            <a:off x="283320" y="275040"/>
            <a:ext cx="11630160" cy="1142640"/>
          </a:xfrm>
          <a:prstGeom prst="rect">
            <a:avLst/>
          </a:prstGeom>
          <a:noFill/>
          <a:ln w="0">
            <a:noFill/>
          </a:ln>
        </p:spPr>
        <p:txBody>
          <a:bodyPr lIns="90000" tIns="45720" rIns="91440" bIns="45720" anchor="ctr">
            <a:normAutofit/>
          </a:bodyPr>
          <a:lstStyle>
            <a:lvl1pPr indent="0" algn="l" defTabSz="609480">
              <a:lnSpc>
                <a:spcPct val="100000"/>
              </a:lnSpc>
              <a:buNone/>
              <a:defRPr lang="en-GB" sz="3740" b="1" u="none" strike="noStrike">
                <a:solidFill>
                  <a:srgbClr val="660066"/>
                </a:solidFill>
                <a:effectLst/>
                <a:uFillTx/>
                <a:latin typeface="Arial"/>
              </a:defRPr>
            </a:lvl1pPr>
          </a:lstStyle>
          <a:p>
            <a:pPr indent="0" algn="l" defTabSz="609480">
              <a:lnSpc>
                <a:spcPct val="100000"/>
              </a:lnSpc>
              <a:buNone/>
            </a:pPr>
            <a:r>
              <a:rPr lang="en-GB" sz="3740" b="1" u="none" strike="noStrike">
                <a:solidFill>
                  <a:srgbClr val="660066"/>
                </a:solidFill>
                <a:effectLst/>
                <a:uFillTx/>
                <a:latin typeface="Arial"/>
              </a:rPr>
              <a:t>Title</a:t>
            </a:r>
            <a:endParaRPr lang="nl-NL" sz="3740" b="1" u="none" strike="noStrike">
              <a:solidFill>
                <a:srgbClr val="660066"/>
              </a:solidFill>
              <a:effectLst/>
              <a:uFillTx/>
              <a:latin typeface="Arial"/>
            </a:endParaRPr>
          </a:p>
        </p:txBody>
      </p:sp>
      <p:sp>
        <p:nvSpPr>
          <p:cNvPr id="108" name="PlaceHolder 2"/>
          <p:cNvSpPr>
            <a:spLocks noGrp="1"/>
          </p:cNvSpPr>
          <p:nvPr>
            <p:ph type="body" hasCustomPrompt="1"/>
          </p:nvPr>
        </p:nvSpPr>
        <p:spPr>
          <a:xfrm>
            <a:off x="283320" y="1600200"/>
            <a:ext cx="5711760" cy="3859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609480">
              <a:lnSpc>
                <a:spcPct val="100000"/>
              </a:lnSpc>
              <a:spcBef>
                <a:spcPts val="533"/>
              </a:spcBef>
              <a:buClr>
                <a:srgbClr val="663366"/>
              </a:buClr>
              <a:buFont typeface="Arial"/>
              <a:buChar char="•"/>
              <a:defRPr lang="en-GB" sz="266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609480">
              <a:lnSpc>
                <a:spcPct val="100000"/>
              </a:lnSpc>
              <a:spcBef>
                <a:spcPts val="479"/>
              </a:spcBef>
              <a:buClr>
                <a:srgbClr val="663366"/>
              </a:buClr>
              <a:buFont typeface="Arial"/>
              <a:buChar char="–"/>
              <a:defRPr lang="en-GB" sz="2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</a:lstStyle>
          <a:p>
            <a:pPr marL="457200" indent="-457200" algn="l" defTabSz="609480">
              <a:lnSpc>
                <a:spcPct val="100000"/>
              </a:lnSpc>
              <a:spcBef>
                <a:spcPts val="533"/>
              </a:spcBef>
              <a:buClr>
                <a:srgbClr val="663366"/>
              </a:buClr>
              <a:buFont typeface="Arial"/>
              <a:buChar char="•"/>
            </a:pPr>
            <a:r>
              <a:rPr lang="en-GB" sz="266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add tekst</a:t>
            </a:r>
            <a:endParaRPr lang="nl-NL" sz="266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990720" lvl="1" indent="-380880" algn="l" defTabSz="609480">
              <a:lnSpc>
                <a:spcPct val="100000"/>
              </a:lnSpc>
              <a:spcBef>
                <a:spcPts val="479"/>
              </a:spcBef>
              <a:buClr>
                <a:srgbClr val="663366"/>
              </a:buClr>
              <a:buFont typeface="Arial"/>
              <a:buChar char="–"/>
            </a:pPr>
            <a:r>
              <a:rPr lang="en-GB" sz="2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nl-NL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09" name="PlaceHolder 3"/>
          <p:cNvSpPr>
            <a:spLocks noGrp="1"/>
          </p:cNvSpPr>
          <p:nvPr>
            <p:ph type="body" hasCustomPrompt="1"/>
          </p:nvPr>
        </p:nvSpPr>
        <p:spPr>
          <a:xfrm>
            <a:off x="6197760" y="1600200"/>
            <a:ext cx="5710680" cy="3859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609480">
              <a:lnSpc>
                <a:spcPct val="100000"/>
              </a:lnSpc>
              <a:spcBef>
                <a:spcPts val="533"/>
              </a:spcBef>
              <a:buClr>
                <a:srgbClr val="663366"/>
              </a:buClr>
              <a:buFont typeface="Arial"/>
              <a:buChar char="•"/>
              <a:defRPr lang="en-GB" sz="266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609480">
              <a:lnSpc>
                <a:spcPct val="100000"/>
              </a:lnSpc>
              <a:spcBef>
                <a:spcPts val="479"/>
              </a:spcBef>
              <a:buClr>
                <a:srgbClr val="663366"/>
              </a:buClr>
              <a:buFont typeface="Arial"/>
              <a:buChar char="–"/>
              <a:defRPr lang="en-GB" sz="2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</a:lstStyle>
          <a:p>
            <a:pPr marL="457200" indent="-457200" algn="l" defTabSz="609480">
              <a:lnSpc>
                <a:spcPct val="100000"/>
              </a:lnSpc>
              <a:spcBef>
                <a:spcPts val="533"/>
              </a:spcBef>
              <a:buClr>
                <a:srgbClr val="663366"/>
              </a:buClr>
              <a:buFont typeface="Arial"/>
              <a:buChar char="•"/>
            </a:pPr>
            <a:r>
              <a:rPr lang="en-GB" sz="266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add tekst</a:t>
            </a:r>
            <a:endParaRPr lang="nl-NL" sz="266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990720" lvl="1" indent="-380880" algn="l" defTabSz="609480">
              <a:lnSpc>
                <a:spcPct val="100000"/>
              </a:lnSpc>
              <a:spcBef>
                <a:spcPts val="479"/>
              </a:spcBef>
              <a:buClr>
                <a:srgbClr val="663366"/>
              </a:buClr>
              <a:buFont typeface="Arial"/>
              <a:buChar char="–"/>
            </a:pPr>
            <a:r>
              <a:rPr lang="en-GB" sz="2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nl-NL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10" name="PlaceHolder 4"/>
          <p:cNvSpPr>
            <a:spLocks noGrp="1"/>
          </p:cNvSpPr>
          <p:nvPr>
            <p:ph type="ftr" idx="42"/>
          </p:nvPr>
        </p:nvSpPr>
        <p:spPr>
          <a:xfrm>
            <a:off x="2145960" y="6173640"/>
            <a:ext cx="83322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1" name="PlaceHolder 5"/>
          <p:cNvSpPr>
            <a:spLocks noGrp="1"/>
          </p:cNvSpPr>
          <p:nvPr>
            <p:ph type="sldNum" idx="43"/>
          </p:nvPr>
        </p:nvSpPr>
        <p:spPr>
          <a:xfrm>
            <a:off x="10804680" y="6172920"/>
            <a:ext cx="11059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nl-NL" sz="16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B8D1FED-25A9-44E1-BD27-1119BB48310F}" type="slidenum">
              <a:rPr lang="nl-NL" sz="16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Arial"/>
              </a:rPr>
              <a:t>&lt;number&gt;</a:t>
            </a:fld>
            <a:endParaRPr lang="en-US" sz="16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2" name="Tekstvak 4"/>
          <p:cNvSpPr/>
          <p:nvPr/>
        </p:nvSpPr>
        <p:spPr>
          <a:xfrm>
            <a:off x="5649840" y="1174680"/>
            <a:ext cx="360" cy="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122040" tIns="360" rIns="122040" bIns="360" anchor="t">
            <a:normAutofit fontScale="25000" lnSpcReduction="19999"/>
          </a:bodyPr>
          <a:p>
            <a:endParaRPr lang="nl-NL" sz="2400" b="0" u="none" strike="noStrike">
              <a:solidFill>
                <a:srgbClr val="C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inuation-page-pictur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3" name="Afbeelding 6"/>
          <p:cNvPicPr/>
          <p:nvPr/>
        </p:nvPicPr>
        <p:blipFill>
          <a:blip r:embed="rId2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4" name="PlaceHolder 1"/>
          <p:cNvSpPr>
            <a:spLocks noGrp="1"/>
          </p:cNvSpPr>
          <p:nvPr>
            <p:ph type="title" hasCustomPrompt="1"/>
          </p:nvPr>
        </p:nvSpPr>
        <p:spPr>
          <a:xfrm>
            <a:off x="2389680" y="4800600"/>
            <a:ext cx="7314840" cy="567000"/>
          </a:xfrm>
          <a:prstGeom prst="rect">
            <a:avLst/>
          </a:prstGeom>
          <a:noFill/>
          <a:ln w="0">
            <a:noFill/>
          </a:ln>
        </p:spPr>
        <p:txBody>
          <a:bodyPr lIns="90000" tIns="45720" rIns="91440" bIns="45720" anchor="b">
            <a:noAutofit/>
          </a:bodyPr>
          <a:lstStyle>
            <a:lvl1pPr indent="0" algn="l" defTabSz="609480">
              <a:lnSpc>
                <a:spcPct val="100000"/>
              </a:lnSpc>
              <a:buNone/>
              <a:defRPr lang="en-GB" sz="2660" b="1" u="none" strike="noStrike">
                <a:solidFill>
                  <a:srgbClr val="660066"/>
                </a:solidFill>
                <a:effectLst/>
                <a:uFillTx/>
                <a:latin typeface="Arial"/>
              </a:defRPr>
            </a:lvl1pPr>
          </a:lstStyle>
          <a:p>
            <a:pPr indent="0" algn="l" defTabSz="609480">
              <a:lnSpc>
                <a:spcPct val="100000"/>
              </a:lnSpc>
              <a:buNone/>
            </a:pPr>
            <a:r>
              <a:rPr lang="en-GB" sz="2660" b="1" u="none" strike="noStrike">
                <a:solidFill>
                  <a:srgbClr val="660066"/>
                </a:solidFill>
                <a:effectLst/>
                <a:uFillTx/>
                <a:latin typeface="Arial"/>
              </a:rPr>
              <a:t>Title</a:t>
            </a:r>
            <a:endParaRPr lang="nl-NL" sz="2660" b="1" u="none" strike="noStrike">
              <a:solidFill>
                <a:srgbClr val="660066"/>
              </a:solidFill>
              <a:effectLst/>
              <a:uFillTx/>
              <a:latin typeface="Arial"/>
            </a:endParaRPr>
          </a:p>
        </p:txBody>
      </p:sp>
      <p:sp>
        <p:nvSpPr>
          <p:cNvPr id="115" name="PlaceHolder 2"/>
          <p:cNvSpPr>
            <a:spLocks noGrp="1"/>
          </p:cNvSpPr>
          <p:nvPr>
            <p:ph type="body" hasCustomPrompt="1"/>
          </p:nvPr>
        </p:nvSpPr>
        <p:spPr>
          <a:xfrm>
            <a:off x="2389680" y="613800"/>
            <a:ext cx="7314840" cy="41144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GB" sz="427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427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Picture</a:t>
            </a:r>
            <a:endParaRPr lang="nl-NL" sz="427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16" name="PlaceHolder 3"/>
          <p:cNvSpPr>
            <a:spLocks noGrp="1"/>
          </p:cNvSpPr>
          <p:nvPr>
            <p:ph type="body" hasCustomPrompt="1"/>
          </p:nvPr>
        </p:nvSpPr>
        <p:spPr>
          <a:xfrm>
            <a:off x="2389680" y="5367960"/>
            <a:ext cx="7314840" cy="803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609480">
              <a:lnSpc>
                <a:spcPct val="100000"/>
              </a:lnSpc>
              <a:spcBef>
                <a:spcPts val="374"/>
              </a:spcBef>
              <a:buNone/>
              <a:tabLst>
                <a:tab pos="0" algn="l"/>
              </a:tabLst>
              <a:defRPr lang="en-GB" sz="187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609480">
              <a:lnSpc>
                <a:spcPct val="100000"/>
              </a:lnSpc>
              <a:spcBef>
                <a:spcPts val="374"/>
              </a:spcBef>
              <a:buNone/>
              <a:tabLst>
                <a:tab pos="0" algn="l"/>
              </a:tabLst>
            </a:pPr>
            <a:r>
              <a:rPr lang="en-GB" sz="187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add text</a:t>
            </a:r>
            <a:endParaRPr lang="nl-NL" sz="187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_rels/slideMaster1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2.xml"/><Relationship Id="rId3" Type="http://schemas.openxmlformats.org/officeDocument/2006/relationships/slideLayout" Target="../slideLayouts/slideLayout13.xml"/><Relationship Id="rId4" Type="http://schemas.openxmlformats.org/officeDocument/2006/relationships/slideLayout" Target="../slideLayouts/slideLayout14.xml"/><Relationship Id="rId5" Type="http://schemas.openxmlformats.org/officeDocument/2006/relationships/slideLayout" Target="../slideLayouts/slideLayout15.xml"/><Relationship Id="rId6" Type="http://schemas.openxmlformats.org/officeDocument/2006/relationships/slideLayout" Target="../slideLayouts/slideLayout16.xml"/><Relationship Id="rId7" Type="http://schemas.openxmlformats.org/officeDocument/2006/relationships/slideLayout" Target="../slideLayouts/slideLayout17.xml"/><Relationship Id="rId8" Type="http://schemas.openxmlformats.org/officeDocument/2006/relationships/slideLayout" Target="../slideLayouts/slideLayout18.xml"/><Relationship Id="rId9" Type="http://schemas.openxmlformats.org/officeDocument/2006/relationships/slideLayout" Target="../slideLayouts/slideLayout19.xml"/><Relationship Id="rId10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2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Masters/slideMaster1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4.jpeg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7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6.png"/><Relationship Id="rId3" Type="http://schemas.openxmlformats.org/officeDocument/2006/relationships/image" Target="../media/image18.png"/><Relationship Id="rId4" Type="http://schemas.openxmlformats.org/officeDocument/2006/relationships/image" Target="../media/image18.png"/><Relationship Id="rId5" Type="http://schemas.openxmlformats.org/officeDocument/2006/relationships/image" Target="../media/image18.png"/><Relationship Id="rId6" Type="http://schemas.openxmlformats.org/officeDocument/2006/relationships/image" Target="../media/image18.png"/><Relationship Id="rId7" Type="http://schemas.openxmlformats.org/officeDocument/2006/relationships/image" Target="../media/image18.png"/><Relationship Id="rId8" Type="http://schemas.openxmlformats.org/officeDocument/2006/relationships/image" Target="../media/image18.png"/><Relationship Id="rId9" Type="http://schemas.openxmlformats.org/officeDocument/2006/relationships/image" Target="../media/image18.png"/><Relationship Id="rId10" Type="http://schemas.openxmlformats.org/officeDocument/2006/relationships/image" Target="../media/image18.png"/><Relationship Id="rId11" Type="http://schemas.openxmlformats.org/officeDocument/2006/relationships/image" Target="../media/image18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7.png"/><Relationship Id="rId5" Type="http://schemas.openxmlformats.org/officeDocument/2006/relationships/image" Target="../media/image17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Relationship Id="rId8" Type="http://schemas.openxmlformats.org/officeDocument/2006/relationships/image" Target="../media/image18.png"/><Relationship Id="rId9" Type="http://schemas.openxmlformats.org/officeDocument/2006/relationships/image" Target="../media/image18.png"/><Relationship Id="rId10" Type="http://schemas.openxmlformats.org/officeDocument/2006/relationships/image" Target="../media/image18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6.png"/><Relationship Id="rId3" Type="http://schemas.openxmlformats.org/officeDocument/2006/relationships/image" Target="../media/image19.png"/><Relationship Id="rId4" Type="http://schemas.openxmlformats.org/officeDocument/2006/relationships/image" Target="../media/image20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1.jpeg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66326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3" name="Afbeelding 4"/>
          <p:cNvPicPr/>
          <p:nvPr/>
        </p:nvPicPr>
        <p:blipFill>
          <a:blip r:embed="rId1">
            <a:alphaModFix amt="36000"/>
          </a:blip>
          <a:stretch/>
        </p:blipFill>
        <p:spPr>
          <a:xfrm>
            <a:off x="1905120" y="0"/>
            <a:ext cx="10286640" cy="6857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4" name="Afbeelding 2"/>
          <p:cNvPicPr/>
          <p:nvPr/>
        </p:nvPicPr>
        <p:blipFill>
          <a:blip r:embed="rId2"/>
          <a:stretch/>
        </p:blipFill>
        <p:spPr>
          <a:xfrm>
            <a:off x="1122120" y="0"/>
            <a:ext cx="397620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5" name="Tekstvak 8"/>
          <p:cNvSpPr/>
          <p:nvPr/>
        </p:nvSpPr>
        <p:spPr>
          <a:xfrm>
            <a:off x="389880" y="1489320"/>
            <a:ext cx="7585560" cy="833400"/>
          </a:xfrm>
          <a:prstGeom prst="rect">
            <a:avLst/>
          </a:prstGeom>
          <a:solidFill>
            <a:schemeClr val="bg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00" tIns="108000" rIns="180000" bIns="108000" anchor="t">
            <a:spAutoFit/>
          </a:bodyPr>
          <a:p>
            <a:pPr defTabSz="914400">
              <a:lnSpc>
                <a:spcPct val="100000"/>
              </a:lnSpc>
            </a:pPr>
            <a:r>
              <a:rPr lang="nl-NL" sz="4000" b="1" u="none" strike="noStrike">
                <a:solidFill>
                  <a:srgbClr val="663266"/>
                </a:solidFill>
                <a:effectLst/>
                <a:uFillTx/>
                <a:latin typeface="Arial"/>
              </a:rPr>
              <a:t>Name: David Hadzhiivanov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Tekstvak 11"/>
          <p:cNvSpPr/>
          <p:nvPr/>
        </p:nvSpPr>
        <p:spPr>
          <a:xfrm>
            <a:off x="389880" y="642240"/>
            <a:ext cx="3379320" cy="710280"/>
          </a:xfrm>
          <a:prstGeom prst="rect">
            <a:avLst/>
          </a:prstGeom>
          <a:solidFill>
            <a:srgbClr val="E4008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00" tIns="108000" rIns="180000" bIns="108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S</a:t>
            </a:r>
            <a:r>
              <a:rPr lang="nl-NL" sz="32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how and grow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7" name="Afbeelding 12"/>
          <p:cNvPicPr/>
          <p:nvPr/>
        </p:nvPicPr>
        <p:blipFill>
          <a:blip r:embed="rId3"/>
          <a:stretch/>
        </p:blipFill>
        <p:spPr>
          <a:xfrm>
            <a:off x="389880" y="5556240"/>
            <a:ext cx="2290320" cy="9723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8" name="Afbeelding 2"/>
          <p:cNvPicPr/>
          <p:nvPr/>
        </p:nvPicPr>
        <p:blipFill>
          <a:blip r:embed="rId1"/>
          <a:stretch/>
        </p:blipFill>
        <p:spPr>
          <a:xfrm>
            <a:off x="0" y="0"/>
            <a:ext cx="135576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9" name="Tekstvak 11"/>
          <p:cNvSpPr/>
          <p:nvPr/>
        </p:nvSpPr>
        <p:spPr>
          <a:xfrm>
            <a:off x="389880" y="642240"/>
            <a:ext cx="10050840" cy="704160"/>
          </a:xfrm>
          <a:prstGeom prst="rect">
            <a:avLst/>
          </a:prstGeom>
          <a:solidFill>
            <a:srgbClr val="E4008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00" tIns="108000" rIns="180000" bIns="108000" anchor="t">
            <a:spAutoFit/>
          </a:bodyPr>
          <a:p>
            <a:pPr defTabSz="914400">
              <a:lnSpc>
                <a:spcPct val="100000"/>
              </a:lnSpc>
            </a:pPr>
            <a:r>
              <a:rPr lang="nl-NL" sz="32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The What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30" name="Afbeelding 12"/>
          <p:cNvPicPr/>
          <p:nvPr/>
        </p:nvPicPr>
        <p:blipFill>
          <a:blip r:embed="rId2"/>
          <a:srcRect l="0" t="0" r="57823" b="0"/>
          <a:stretch/>
        </p:blipFill>
        <p:spPr>
          <a:xfrm>
            <a:off x="389880" y="5556240"/>
            <a:ext cx="965880" cy="972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1" name="Tijdelijke aanduiding voor inhoud 2"/>
          <p:cNvSpPr/>
          <p:nvPr/>
        </p:nvSpPr>
        <p:spPr>
          <a:xfrm>
            <a:off x="1356120" y="1380240"/>
            <a:ext cx="10269720" cy="351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/>
          </a:bodyPr>
          <a:p>
            <a:pPr marL="222120" indent="-222120" defTabSz="457200">
              <a:lnSpc>
                <a:spcPct val="150000"/>
              </a:lnSpc>
              <a:spcBef>
                <a:spcPts val="400"/>
              </a:spcBef>
              <a:buSzPct val="100000"/>
              <a:buBlip>
                <a:blip r:embed="rId3"/>
              </a:buBlip>
            </a:pPr>
            <a:r>
              <a:rPr lang="en-US" sz="2000" b="0" u="none" strike="noStrike">
                <a:solidFill>
                  <a:schemeClr val="dk1">
                    <a:lumMod val="50000"/>
                  </a:schemeClr>
                </a:solidFill>
                <a:effectLst/>
                <a:uFillTx/>
                <a:latin typeface="Arial"/>
              </a:rPr>
              <a:t>The Knowledge Hub needs a modernization in infrastructure.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66720" lvl="1" indent="-209520" defTabSz="457200">
              <a:lnSpc>
                <a:spcPct val="15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>
                    <a:lumMod val="50000"/>
                  </a:schemeClr>
                </a:solidFill>
                <a:effectLst/>
                <a:uFillTx/>
                <a:latin typeface="Arial"/>
              </a:rPr>
              <a:t>Cost-considerate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66720" lvl="1" indent="-209520" defTabSz="457200">
              <a:lnSpc>
                <a:spcPct val="15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>
                    <a:lumMod val="50000"/>
                  </a:schemeClr>
                </a:solidFill>
                <a:effectLst/>
                <a:uFillTx/>
                <a:latin typeface="Arial"/>
              </a:rPr>
              <a:t>Efficient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66720" lvl="1" indent="-209520" defTabSz="457200">
              <a:lnSpc>
                <a:spcPct val="15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>
                    <a:lumMod val="50000"/>
                  </a:schemeClr>
                </a:solidFill>
                <a:effectLst/>
                <a:uFillTx/>
                <a:latin typeface="Arial"/>
              </a:rPr>
              <a:t>Secure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66720" lvl="1" indent="-209520" defTabSz="457200">
              <a:lnSpc>
                <a:spcPct val="15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>
                    <a:lumMod val="50000"/>
                  </a:schemeClr>
                </a:solidFill>
                <a:effectLst/>
                <a:uFillTx/>
                <a:latin typeface="Arial"/>
              </a:rPr>
              <a:t>Functional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39"/>
              </a:spcBef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Afbeelding 1"/>
          <p:cNvPicPr/>
          <p:nvPr/>
        </p:nvPicPr>
        <p:blipFill>
          <a:blip r:embed="rId1"/>
          <a:stretch/>
        </p:blipFill>
        <p:spPr>
          <a:xfrm>
            <a:off x="0" y="0"/>
            <a:ext cx="135576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3" name="Tekstvak 2"/>
          <p:cNvSpPr/>
          <p:nvPr/>
        </p:nvSpPr>
        <p:spPr>
          <a:xfrm>
            <a:off x="389880" y="642240"/>
            <a:ext cx="10050840" cy="704160"/>
          </a:xfrm>
          <a:prstGeom prst="rect">
            <a:avLst/>
          </a:prstGeom>
          <a:solidFill>
            <a:srgbClr val="E4008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00" tIns="108000" rIns="180000" bIns="108000" anchor="t">
            <a:spAutoFit/>
          </a:bodyPr>
          <a:p>
            <a:pPr defTabSz="914400">
              <a:lnSpc>
                <a:spcPct val="100000"/>
              </a:lnSpc>
            </a:pPr>
            <a:r>
              <a:rPr lang="nl-NL" sz="32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The Why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34" name="Afbeelding 6"/>
          <p:cNvPicPr/>
          <p:nvPr/>
        </p:nvPicPr>
        <p:blipFill>
          <a:blip r:embed="rId2"/>
          <a:srcRect l="0" t="0" r="57823" b="0"/>
          <a:stretch/>
        </p:blipFill>
        <p:spPr>
          <a:xfrm>
            <a:off x="389880" y="5556240"/>
            <a:ext cx="965880" cy="972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5" name="Tijdelijke aanduiding voor inhoud 1"/>
          <p:cNvSpPr/>
          <p:nvPr/>
        </p:nvSpPr>
        <p:spPr>
          <a:xfrm>
            <a:off x="1356120" y="1380240"/>
            <a:ext cx="10269720" cy="351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/>
          </a:bodyPr>
          <a:p>
            <a:pPr marL="222120" indent="-222120" defTabSz="457200">
              <a:lnSpc>
                <a:spcPct val="150000"/>
              </a:lnSpc>
              <a:spcBef>
                <a:spcPts val="400"/>
              </a:spcBef>
              <a:buSzPct val="100000"/>
              <a:buBlip>
                <a:blip r:embed="rId3"/>
              </a:buBlip>
            </a:pPr>
            <a:r>
              <a:rPr lang="en-US" sz="2000" b="0" u="none" strike="noStrike">
                <a:solidFill>
                  <a:schemeClr val="dk1">
                    <a:lumMod val="50000"/>
                  </a:schemeClr>
                </a:solidFill>
                <a:effectLst/>
                <a:uFillTx/>
                <a:latin typeface="Arial"/>
              </a:rPr>
              <a:t>IT environment is: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66720" lvl="1" indent="-209520" defTabSz="457200">
              <a:lnSpc>
                <a:spcPct val="15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>
                    <a:lumMod val="50000"/>
                  </a:schemeClr>
                </a:solidFill>
                <a:effectLst/>
                <a:uFillTx/>
                <a:latin typeface="Arial"/>
              </a:rPr>
              <a:t>Fragmented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66720" lvl="1" indent="-209520" defTabSz="457200">
              <a:lnSpc>
                <a:spcPct val="15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>
                    <a:lumMod val="50000"/>
                  </a:schemeClr>
                </a:solidFill>
                <a:effectLst/>
                <a:uFillTx/>
                <a:latin typeface="Arial"/>
              </a:rPr>
              <a:t>Outdated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66720" lvl="1" indent="-209520" defTabSz="457200">
              <a:lnSpc>
                <a:spcPct val="15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>
                    <a:lumMod val="50000"/>
                  </a:schemeClr>
                </a:solidFill>
                <a:effectLst/>
                <a:uFillTx/>
                <a:latin typeface="Arial"/>
              </a:rPr>
              <a:t>Difficult to manage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2120" indent="-222120" defTabSz="4572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SzPct val="100000"/>
              <a:buBlip>
                <a:blip r:embed="rId4"/>
              </a:buBlip>
            </a:pPr>
            <a:r>
              <a:rPr lang="en-US" sz="2000" b="0" u="none" strike="noStrike">
                <a:solidFill>
                  <a:schemeClr val="dk1">
                    <a:lumMod val="50000"/>
                  </a:schemeClr>
                </a:solidFill>
                <a:effectLst/>
                <a:uFillTx/>
                <a:latin typeface="Arial"/>
              </a:rPr>
              <a:t>These issues result in </a:t>
            </a:r>
            <a:r>
              <a:rPr lang="en-US" sz="2000" b="1" u="none" strike="noStrike">
                <a:solidFill>
                  <a:schemeClr val="dk1">
                    <a:lumMod val="50000"/>
                  </a:schemeClr>
                </a:solidFill>
                <a:effectLst/>
                <a:uFillTx/>
                <a:latin typeface="Arial"/>
              </a:rPr>
              <a:t>reduced staff productivity</a:t>
            </a:r>
            <a:r>
              <a:rPr lang="en-US" sz="2000" b="0" u="none" strike="noStrike">
                <a:solidFill>
                  <a:schemeClr val="dk1">
                    <a:lumMod val="50000"/>
                  </a:schemeClr>
                </a:solidFill>
                <a:effectLst/>
                <a:uFillTx/>
                <a:latin typeface="Arial"/>
              </a:rPr>
              <a:t>, </a:t>
            </a:r>
            <a:r>
              <a:rPr lang="en-US" sz="2000" b="1" u="none" strike="noStrike">
                <a:solidFill>
                  <a:schemeClr val="dk1">
                    <a:lumMod val="50000"/>
                  </a:schemeClr>
                </a:solidFill>
                <a:effectLst/>
                <a:uFillTx/>
                <a:latin typeface="Arial"/>
              </a:rPr>
              <a:t>limited digital services</a:t>
            </a:r>
            <a:r>
              <a:rPr lang="en-US" sz="2000" b="0" u="none" strike="noStrike">
                <a:solidFill>
                  <a:schemeClr val="dk1">
                    <a:lumMod val="50000"/>
                  </a:schemeClr>
                </a:solidFill>
                <a:effectLst/>
                <a:uFillTx/>
                <a:latin typeface="Arial"/>
              </a:rPr>
              <a:t> for visitors, and </a:t>
            </a:r>
            <a:r>
              <a:rPr lang="en-US" sz="2000" b="1" u="none" strike="noStrike">
                <a:solidFill>
                  <a:schemeClr val="dk1">
                    <a:lumMod val="50000"/>
                  </a:schemeClr>
                </a:solidFill>
                <a:effectLst/>
                <a:uFillTx/>
                <a:latin typeface="Arial"/>
              </a:rPr>
              <a:t>maintenance challenges</a:t>
            </a:r>
            <a:r>
              <a:rPr lang="en-US" sz="2000" b="0" u="none" strike="noStrike">
                <a:solidFill>
                  <a:schemeClr val="dk1">
                    <a:lumMod val="50000"/>
                  </a:schemeClr>
                </a:solidFill>
                <a:effectLst/>
                <a:uFillTx/>
                <a:latin typeface="Arial"/>
              </a:rPr>
              <a:t> for IT personnel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50000"/>
              </a:lnSpc>
              <a:spcBef>
                <a:spcPts val="400"/>
              </a:spcBef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39"/>
              </a:spcBef>
            </a:pP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6" name="Afbeelding 2"/>
          <p:cNvPicPr/>
          <p:nvPr/>
        </p:nvPicPr>
        <p:blipFill>
          <a:blip r:embed="rId1"/>
          <a:stretch/>
        </p:blipFill>
        <p:spPr>
          <a:xfrm>
            <a:off x="0" y="0"/>
            <a:ext cx="135576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7" name="Tekstvak 11"/>
          <p:cNvSpPr/>
          <p:nvPr/>
        </p:nvSpPr>
        <p:spPr>
          <a:xfrm>
            <a:off x="389880" y="642240"/>
            <a:ext cx="10050840" cy="704160"/>
          </a:xfrm>
          <a:prstGeom prst="rect">
            <a:avLst/>
          </a:prstGeom>
          <a:solidFill>
            <a:srgbClr val="E4008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00" tIns="108000" rIns="180000" bIns="108000" anchor="t">
            <a:spAutoFit/>
          </a:bodyPr>
          <a:p>
            <a:pPr defTabSz="914400">
              <a:lnSpc>
                <a:spcPct val="100000"/>
              </a:lnSpc>
            </a:pPr>
            <a:r>
              <a:rPr lang="nl-NL" sz="32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The How?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38" name="Afbeelding 12"/>
          <p:cNvPicPr/>
          <p:nvPr/>
        </p:nvPicPr>
        <p:blipFill>
          <a:blip r:embed="rId2"/>
          <a:srcRect l="0" t="0" r="57823" b="0"/>
          <a:stretch/>
        </p:blipFill>
        <p:spPr>
          <a:xfrm>
            <a:off x="389880" y="5556240"/>
            <a:ext cx="965880" cy="972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9" name="Tijdelijke aanduiding voor inhoud 2"/>
          <p:cNvSpPr/>
          <p:nvPr/>
        </p:nvSpPr>
        <p:spPr>
          <a:xfrm>
            <a:off x="1356120" y="1380240"/>
            <a:ext cx="10269720" cy="540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/>
          </a:bodyPr>
          <a:p>
            <a:pPr marL="222120" indent="-222120" defTabSz="457200">
              <a:lnSpc>
                <a:spcPct val="150000"/>
              </a:lnSpc>
              <a:spcBef>
                <a:spcPts val="360"/>
              </a:spcBef>
              <a:buSzPct val="100112"/>
              <a:buBlip>
                <a:blip r:embed="rId3"/>
              </a:buBlip>
            </a:pPr>
            <a:r>
              <a:rPr lang="en-US" sz="1800" b="1" u="none" strike="noStrike">
                <a:solidFill>
                  <a:schemeClr val="dk1">
                    <a:lumMod val="50000"/>
                  </a:schemeClr>
                </a:solidFill>
                <a:effectLst/>
                <a:uFillTx/>
                <a:latin typeface="Arial"/>
              </a:rPr>
              <a:t>Goal: </a:t>
            </a:r>
            <a:r>
              <a:rPr lang="en-US" sz="1800" b="0" u="none" strike="noStrike">
                <a:solidFill>
                  <a:schemeClr val="dk1">
                    <a:lumMod val="50000"/>
                  </a:schemeClr>
                </a:solidFill>
                <a:effectLst/>
                <a:uFillTx/>
                <a:latin typeface="Arial"/>
              </a:rPr>
              <a:t>design a simple but realistic SME infrastructure for a small library.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2120" indent="-222120" defTabSz="457200">
              <a:lnSpc>
                <a:spcPct val="150000"/>
              </a:lnSpc>
              <a:spcBef>
                <a:spcPts val="360"/>
              </a:spcBef>
              <a:buSzPct val="100112"/>
              <a:buBlip>
                <a:blip r:embed="rId4"/>
              </a:buBlip>
            </a:pPr>
            <a:r>
              <a:rPr lang="en-US" sz="1800" b="0" u="none" strike="noStrike">
                <a:solidFill>
                  <a:schemeClr val="dk1">
                    <a:lumMod val="50000"/>
                  </a:schemeClr>
                </a:solidFill>
                <a:effectLst/>
                <a:uFillTx/>
                <a:latin typeface="Arial"/>
              </a:rPr>
              <a:t>Documentation is done professionally with version control.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2120" indent="-222120" defTabSz="457200">
              <a:lnSpc>
                <a:spcPct val="150000"/>
              </a:lnSpc>
              <a:spcBef>
                <a:spcPts val="360"/>
              </a:spcBef>
              <a:buSzPct val="100112"/>
              <a:buBlip>
                <a:blip r:embed="rId5"/>
              </a:buBlip>
            </a:pPr>
            <a:r>
              <a:rPr lang="en-US" sz="1800" b="1" u="none" strike="noStrike">
                <a:solidFill>
                  <a:schemeClr val="dk1">
                    <a:lumMod val="50000"/>
                  </a:schemeClr>
                </a:solidFill>
                <a:effectLst/>
                <a:uFillTx/>
                <a:latin typeface="Arial"/>
              </a:rPr>
              <a:t>Research methods used: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66720" lvl="1" indent="-209520" defTabSz="457200">
              <a:lnSpc>
                <a:spcPct val="150000"/>
              </a:lnSpc>
              <a:spcBef>
                <a:spcPts val="360"/>
              </a:spcBef>
              <a:buSzPct val="100112"/>
              <a:buBlip>
                <a:blip r:embed="rId6"/>
              </a:buBlip>
            </a:pPr>
            <a:r>
              <a:rPr lang="en-US" sz="1800" b="0" u="none" strike="noStrike">
                <a:solidFill>
                  <a:schemeClr val="dk1">
                    <a:lumMod val="50000"/>
                  </a:schemeClr>
                </a:solidFill>
                <a:effectLst/>
                <a:uFillTx/>
                <a:latin typeface="Calibri"/>
              </a:rPr>
              <a:t>DOT-Framework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457200">
              <a:lnSpc>
                <a:spcPct val="150000"/>
              </a:lnSpc>
              <a:spcBef>
                <a:spcPts val="320"/>
              </a:spcBef>
              <a:buSzPct val="100051"/>
              <a:buBlip>
                <a:blip r:embed="rId7"/>
              </a:buBlip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Documentation and technical resources were studied to understand best practices for SME network design, VLAN segmentation, and firewall routing.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457200">
              <a:lnSpc>
                <a:spcPct val="150000"/>
              </a:lnSpc>
              <a:spcBef>
                <a:spcPts val="320"/>
              </a:spcBef>
              <a:buSzPct val="100051"/>
              <a:buBlip>
                <a:blip r:embed="rId8"/>
              </a:buBlip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Stakeholder analysis was conducted to understand the requirements of different user groups such as staff, public users, and administrators.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50000"/>
              </a:lnSpc>
              <a:spcBef>
                <a:spcPts val="320"/>
              </a:spcBef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2120" indent="-222120" defTabSz="457200">
              <a:lnSpc>
                <a:spcPct val="150000"/>
              </a:lnSpc>
              <a:spcBef>
                <a:spcPts val="380"/>
              </a:spcBef>
              <a:buSzPct val="100000"/>
              <a:buBlip>
                <a:blip r:embed="rId9"/>
              </a:buBlip>
            </a:pPr>
            <a:r>
              <a:rPr lang="en-US" sz="1900" b="1" u="none" strike="noStrike">
                <a:solidFill>
                  <a:schemeClr val="dk1">
                    <a:lumMod val="50000"/>
                  </a:schemeClr>
                </a:solidFill>
                <a:effectLst/>
                <a:uFillTx/>
                <a:latin typeface="Arial"/>
              </a:rPr>
              <a:t>Key design decisions: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66720" lvl="1" indent="-209520" defTabSz="457200">
              <a:lnSpc>
                <a:spcPct val="150000"/>
              </a:lnSpc>
              <a:spcBef>
                <a:spcPts val="360"/>
              </a:spcBef>
              <a:buSzPct val="100112"/>
              <a:buBlip>
                <a:blip r:embed="rId10"/>
              </a:buBlip>
            </a:pPr>
            <a:r>
              <a:rPr lang="en-US" sz="1800" b="0" u="none" strike="noStrike">
                <a:solidFill>
                  <a:schemeClr val="dk1">
                    <a:lumMod val="50000"/>
                  </a:schemeClr>
                </a:solidFill>
                <a:effectLst/>
                <a:uFillTx/>
                <a:latin typeface="Calibri"/>
              </a:rPr>
              <a:t>VLAN segmentation to separate staff, servers, public users, and DMZ services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66720" lvl="1" indent="-209520" defTabSz="457200">
              <a:lnSpc>
                <a:spcPct val="150000"/>
              </a:lnSpc>
              <a:spcBef>
                <a:spcPts val="360"/>
              </a:spcBef>
              <a:buSzPct val="100112"/>
              <a:buBlip>
                <a:blip r:embed="rId11"/>
              </a:buBlip>
            </a:pPr>
            <a:r>
              <a:rPr lang="en-US" sz="1800" b="0" u="none" strike="noStrike">
                <a:solidFill>
                  <a:schemeClr val="dk1">
                    <a:lumMod val="50000"/>
                  </a:schemeClr>
                </a:solidFill>
                <a:effectLst/>
                <a:uFillTx/>
                <a:latin typeface="Calibri"/>
              </a:rPr>
              <a:t>pfSense firewall performing inter-VLAN routing </a:t>
            </a:r>
            <a:r>
              <a:rPr lang="en-US" sz="1800" b="1" u="none" strike="noStrike">
                <a:solidFill>
                  <a:schemeClr val="dk1">
                    <a:lumMod val="50000"/>
                  </a:schemeClr>
                </a:solidFill>
                <a:effectLst/>
                <a:uFillTx/>
                <a:latin typeface="Calibri"/>
              </a:rPr>
              <a:t>&gt;</a:t>
            </a:r>
            <a:r>
              <a:rPr lang="en-US" sz="1800" b="0" u="none" strike="noStrike">
                <a:solidFill>
                  <a:schemeClr val="dk1">
                    <a:lumMod val="50000"/>
                  </a:schemeClr>
                </a:solidFill>
                <a:effectLst/>
                <a:uFillTx/>
                <a:latin typeface="Calibri"/>
              </a:rPr>
              <a:t> L3 Switch doing routing with ACL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Afbeelding 2"/>
          <p:cNvPicPr/>
          <p:nvPr/>
        </p:nvPicPr>
        <p:blipFill>
          <a:blip r:embed="rId1"/>
          <a:stretch/>
        </p:blipFill>
        <p:spPr>
          <a:xfrm>
            <a:off x="0" y="0"/>
            <a:ext cx="135576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1" name="Tekstvak 11"/>
          <p:cNvSpPr/>
          <p:nvPr/>
        </p:nvSpPr>
        <p:spPr>
          <a:xfrm>
            <a:off x="389880" y="642240"/>
            <a:ext cx="10050840" cy="710280"/>
          </a:xfrm>
          <a:prstGeom prst="rect">
            <a:avLst/>
          </a:prstGeom>
          <a:solidFill>
            <a:srgbClr val="E4008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00" tIns="108000" rIns="180000" bIns="108000" anchor="t">
            <a:spAutoFit/>
          </a:bodyPr>
          <a:p>
            <a:pPr defTabSz="914400">
              <a:lnSpc>
                <a:spcPct val="100000"/>
              </a:lnSpc>
            </a:pPr>
            <a:r>
              <a:rPr lang="nl-NL" sz="32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Evidence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42" name="Afbeelding 12"/>
          <p:cNvPicPr/>
          <p:nvPr/>
        </p:nvPicPr>
        <p:blipFill>
          <a:blip r:embed="rId2"/>
          <a:srcRect l="0" t="0" r="57823" b="0"/>
          <a:stretch/>
        </p:blipFill>
        <p:spPr>
          <a:xfrm>
            <a:off x="389880" y="5556240"/>
            <a:ext cx="965880" cy="972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3" name="Tijdelijke aanduiding voor inhoud 2"/>
          <p:cNvSpPr/>
          <p:nvPr/>
        </p:nvSpPr>
        <p:spPr>
          <a:xfrm>
            <a:off x="1356120" y="1380240"/>
            <a:ext cx="10269720" cy="351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 fontScale="92500" lnSpcReduction="9999"/>
          </a:bodyPr>
          <a:p>
            <a:pPr marL="222120" indent="-222120" defTabSz="457200">
              <a:lnSpc>
                <a:spcPct val="150000"/>
              </a:lnSpc>
              <a:spcBef>
                <a:spcPts val="400"/>
              </a:spcBef>
              <a:buSzPct val="100000"/>
              <a:buBlip>
                <a:blip r:embed="rId3"/>
              </a:buBlip>
            </a:pPr>
            <a:r>
              <a:rPr lang="en-US" sz="2000" b="0" u="none" strike="noStrike">
                <a:solidFill>
                  <a:schemeClr val="dk1">
                    <a:lumMod val="50000"/>
                  </a:schemeClr>
                </a:solidFill>
                <a:effectLst/>
                <a:uFillTx/>
                <a:latin typeface="Arial"/>
              </a:rPr>
              <a:t>Portfolio products supporting this work: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2120" indent="-222120" defTabSz="457200">
              <a:lnSpc>
                <a:spcPct val="150000"/>
              </a:lnSpc>
              <a:spcBef>
                <a:spcPts val="400"/>
              </a:spcBef>
              <a:buSzPct val="100000"/>
              <a:buBlip>
                <a:blip r:embed="rId4"/>
              </a:buBlip>
            </a:pPr>
            <a:r>
              <a:rPr lang="en-US" sz="2000" b="0" u="none" strike="noStrike">
                <a:solidFill>
                  <a:schemeClr val="dk1">
                    <a:lumMod val="50000"/>
                  </a:schemeClr>
                </a:solidFill>
                <a:effectLst/>
                <a:uFillTx/>
                <a:latin typeface="Arial"/>
              </a:rPr>
              <a:t>Research document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2120" indent="-222120" defTabSz="457200">
              <a:lnSpc>
                <a:spcPct val="150000"/>
              </a:lnSpc>
              <a:spcBef>
                <a:spcPts val="400"/>
              </a:spcBef>
              <a:buSzPct val="100000"/>
              <a:buBlip>
                <a:blip r:embed="rId5"/>
              </a:buBlip>
            </a:pPr>
            <a:r>
              <a:rPr lang="en-US" sz="2000" b="0" u="none" strike="noStrike">
                <a:solidFill>
                  <a:schemeClr val="dk1">
                    <a:lumMod val="50000"/>
                  </a:schemeClr>
                </a:solidFill>
                <a:effectLst/>
                <a:uFillTx/>
                <a:latin typeface="Arial"/>
              </a:rPr>
              <a:t>Planning document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2120" indent="-222120" defTabSz="457200">
              <a:lnSpc>
                <a:spcPct val="150000"/>
              </a:lnSpc>
              <a:spcBef>
                <a:spcPts val="400"/>
              </a:spcBef>
              <a:buSzPct val="100000"/>
              <a:buBlip>
                <a:blip r:embed="rId6"/>
              </a:buBlip>
            </a:pPr>
            <a:r>
              <a:rPr lang="en-US" sz="2000" b="0" u="none" strike="noStrike">
                <a:solidFill>
                  <a:schemeClr val="dk1">
                    <a:lumMod val="50000"/>
                  </a:schemeClr>
                </a:solidFill>
                <a:effectLst/>
                <a:uFillTx/>
                <a:latin typeface="Arial"/>
              </a:rPr>
              <a:t>Stakeholder Analysis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66720" lvl="1" indent="-209520" defTabSz="457200">
              <a:lnSpc>
                <a:spcPct val="150000"/>
              </a:lnSpc>
              <a:spcBef>
                <a:spcPts val="360"/>
              </a:spcBef>
              <a:buSzPct val="100112"/>
              <a:buBlip>
                <a:blip r:embed="rId7"/>
              </a:buBlip>
            </a:pPr>
            <a:r>
              <a:rPr lang="en-US" sz="1800" b="0" u="none" strike="noStrike">
                <a:solidFill>
                  <a:schemeClr val="dk1">
                    <a:lumMod val="50000"/>
                  </a:schemeClr>
                </a:solidFill>
                <a:effectLst/>
                <a:uFillTx/>
                <a:latin typeface="Calibri"/>
              </a:rPr>
              <a:t>Network Design Document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66720" lvl="1" indent="-209520" defTabSz="457200">
              <a:lnSpc>
                <a:spcPct val="150000"/>
              </a:lnSpc>
              <a:spcBef>
                <a:spcPts val="360"/>
              </a:spcBef>
              <a:buSzPct val="100112"/>
              <a:buBlip>
                <a:blip r:embed="rId8"/>
              </a:buBlip>
            </a:pPr>
            <a:r>
              <a:rPr lang="en-US" sz="1800" b="0" u="none" strike="noStrike">
                <a:solidFill>
                  <a:schemeClr val="dk1">
                    <a:lumMod val="50000"/>
                  </a:schemeClr>
                </a:solidFill>
                <a:effectLst/>
                <a:uFillTx/>
                <a:latin typeface="Calibri"/>
              </a:rPr>
              <a:t>IP Addressing Plan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66720" lvl="1" indent="-209520" defTabSz="457200">
              <a:lnSpc>
                <a:spcPct val="150000"/>
              </a:lnSpc>
              <a:spcBef>
                <a:spcPts val="360"/>
              </a:spcBef>
              <a:buSzPct val="100112"/>
              <a:buBlip>
                <a:blip r:embed="rId9"/>
              </a:buBlip>
            </a:pPr>
            <a:r>
              <a:rPr lang="en-US" sz="1800" b="0" u="none" strike="noStrike">
                <a:solidFill>
                  <a:schemeClr val="dk1">
                    <a:lumMod val="50000"/>
                  </a:schemeClr>
                </a:solidFill>
                <a:effectLst/>
                <a:uFillTx/>
                <a:latin typeface="Calibri"/>
              </a:rPr>
              <a:t>Network Diagram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66720" lvl="1" indent="-209520" defTabSz="457200">
              <a:lnSpc>
                <a:spcPct val="150000"/>
              </a:lnSpc>
              <a:spcBef>
                <a:spcPts val="360"/>
              </a:spcBef>
              <a:buSzPct val="100112"/>
              <a:buBlip>
                <a:blip r:embed="rId10"/>
              </a:buBlip>
            </a:pPr>
            <a:r>
              <a:rPr lang="en-US" sz="1800" b="0" u="none" strike="noStrike">
                <a:solidFill>
                  <a:schemeClr val="dk1">
                    <a:lumMod val="50000"/>
                  </a:schemeClr>
                </a:solidFill>
                <a:effectLst/>
                <a:uFillTx/>
                <a:latin typeface="Calibri"/>
              </a:rPr>
              <a:t>GNS3 Simulation Environment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4" name="Afbeelding 2"/>
          <p:cNvPicPr/>
          <p:nvPr/>
        </p:nvPicPr>
        <p:blipFill>
          <a:blip r:embed="rId1"/>
          <a:stretch/>
        </p:blipFill>
        <p:spPr>
          <a:xfrm>
            <a:off x="0" y="0"/>
            <a:ext cx="135576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5" name="Tekstvak 11"/>
          <p:cNvSpPr/>
          <p:nvPr/>
        </p:nvSpPr>
        <p:spPr>
          <a:xfrm>
            <a:off x="389880" y="642240"/>
            <a:ext cx="10050840" cy="710280"/>
          </a:xfrm>
          <a:prstGeom prst="rect">
            <a:avLst/>
          </a:prstGeom>
          <a:solidFill>
            <a:srgbClr val="E4008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00" tIns="108000" rIns="180000" bIns="108000" anchor="t">
            <a:spAutoFit/>
          </a:bodyPr>
          <a:p>
            <a:pPr defTabSz="914400">
              <a:lnSpc>
                <a:spcPct val="100000"/>
              </a:lnSpc>
            </a:pPr>
            <a:r>
              <a:rPr lang="nl-NL" sz="32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Network Diagram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46" name="Afbeelding 12"/>
          <p:cNvPicPr/>
          <p:nvPr/>
        </p:nvPicPr>
        <p:blipFill>
          <a:blip r:embed="rId2"/>
          <a:srcRect l="0" t="0" r="57823" b="0"/>
          <a:stretch/>
        </p:blipFill>
        <p:spPr>
          <a:xfrm>
            <a:off x="389880" y="5556240"/>
            <a:ext cx="965880" cy="972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47" name="Graphic 4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3256560" y="1481040"/>
            <a:ext cx="5678280" cy="50472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66326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Afbeelding 3" descr="Afbeelding met binnen, persoon, plafond&#10;&#10;Automatisch gegenereerde beschrijving"/>
          <p:cNvPicPr/>
          <p:nvPr/>
        </p:nvPicPr>
        <p:blipFill>
          <a:blip r:embed="rId1">
            <a:alphaModFix amt="50000"/>
          </a:blip>
          <a:stretch/>
        </p:blipFill>
        <p:spPr>
          <a:xfrm>
            <a:off x="1323720" y="0"/>
            <a:ext cx="10868040" cy="6931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49" name="Afbeelding 2"/>
          <p:cNvPicPr/>
          <p:nvPr/>
        </p:nvPicPr>
        <p:blipFill>
          <a:blip r:embed="rId2"/>
          <a:stretch/>
        </p:blipFill>
        <p:spPr>
          <a:xfrm>
            <a:off x="1122120" y="0"/>
            <a:ext cx="3976200" cy="6857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50" name="Afbeelding 12"/>
          <p:cNvPicPr/>
          <p:nvPr/>
        </p:nvPicPr>
        <p:blipFill>
          <a:blip r:embed="rId3"/>
          <a:stretch/>
        </p:blipFill>
        <p:spPr>
          <a:xfrm>
            <a:off x="389880" y="5556240"/>
            <a:ext cx="2290320" cy="972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1" name="Tekstvak 1"/>
          <p:cNvSpPr/>
          <p:nvPr/>
        </p:nvSpPr>
        <p:spPr>
          <a:xfrm>
            <a:off x="389880" y="642240"/>
            <a:ext cx="5706000" cy="710280"/>
          </a:xfrm>
          <a:prstGeom prst="rect">
            <a:avLst/>
          </a:prstGeom>
          <a:solidFill>
            <a:srgbClr val="E4008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00" tIns="108000" rIns="180000" bIns="108000" anchor="t">
            <a:spAutoFit/>
          </a:bodyPr>
          <a:p>
            <a:pPr defTabSz="914400">
              <a:lnSpc>
                <a:spcPct val="100000"/>
              </a:lnSpc>
            </a:pPr>
            <a:r>
              <a:rPr lang="nl-NL" sz="32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Thank you!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Kantoorthema">
  <a:themeElements>
    <a:clrScheme name="Kantoor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Kantoor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Fontys-basic-sheet">
  <a:themeElements>
    <a:clrScheme name="Fontys kleurenpallet">
      <a:dk1>
        <a:srgbClr val="663366"/>
      </a:dk1>
      <a:lt1>
        <a:srgbClr val="FFFFFF"/>
      </a:lt1>
      <a:dk2>
        <a:srgbClr val="663366"/>
      </a:dk2>
      <a:lt2>
        <a:srgbClr val="EEECE1"/>
      </a:lt2>
      <a:accent1>
        <a:srgbClr val="E5007D"/>
      </a:accent1>
      <a:accent2>
        <a:srgbClr val="0076E0"/>
      </a:accent2>
      <a:accent3>
        <a:srgbClr val="008386"/>
      </a:accent3>
      <a:accent4>
        <a:srgbClr val="39B549"/>
      </a:accent4>
      <a:accent5>
        <a:srgbClr val="FF9900"/>
      </a:accent5>
      <a:accent6>
        <a:srgbClr val="FFCC00"/>
      </a:accent6>
      <a:hlink>
        <a:srgbClr val="0076E0"/>
      </a:hlink>
      <a:folHlink>
        <a:srgbClr val="0099CC"/>
      </a:folHlink>
    </a:clrScheme>
    <a:fontScheme name="Arial">
      <a:majorFont>
        <a:latin typeface="Arial" panose="020B0604020202020204" pitchFamily="0" charset="1"/>
        <a:ea typeface=""/>
        <a:cs typeface=""/>
      </a:majorFont>
      <a:minorFont>
        <a:latin typeface="Arial" panose="020B0604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customXml/_rels/item1.xml.rels><?xml version="1.0" encoding="UTF-8"?>
<Relationships xmlns="http://schemas.openxmlformats.org/package/2006/relationships"><Relationship Id="rId1" Type="http://schemas.openxmlformats.org/officeDocument/2006/relationships/customXmlProps" Target="itemProps1.xml"/>
</Relationships>
</file>

<file path=customXml/_rels/item2.xml.rels><?xml version="1.0" encoding="UTF-8"?>
<Relationships xmlns="http://schemas.openxmlformats.org/package/2006/relationships"><Relationship Id="rId1" Type="http://schemas.openxmlformats.org/officeDocument/2006/relationships/customXmlProps" Target="itemProps2.xml"/>
</Relationships>
</file>

<file path=customXml/_rels/item3.xml.rels><?xml version="1.0" encoding="UTF-8"?>
<Relationships xmlns="http://schemas.openxmlformats.org/package/2006/relationships"><Relationship Id="rId1" Type="http://schemas.openxmlformats.org/officeDocument/2006/relationships/customXmlProps" Target="itemProps3.xml"/>
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F91D47C5BB3DF4F8D0AB873A3A431EE" ma:contentTypeVersion="3" ma:contentTypeDescription="Een nieuw document maken." ma:contentTypeScope="" ma:versionID="64663463e048b47c906b62fe8a9deb14">
  <xsd:schema xmlns:xsd="http://www.w3.org/2001/XMLSchema" xmlns:xs="http://www.w3.org/2001/XMLSchema" xmlns:p="http://schemas.microsoft.com/office/2006/metadata/properties" xmlns:ns2="d501d8cc-0de3-403f-93dc-dad68d229783" targetNamespace="http://schemas.microsoft.com/office/2006/metadata/properties" ma:root="true" ma:fieldsID="fc26c687dc8b68a1a695a01a56d1db80" ns2:_="">
    <xsd:import namespace="d501d8cc-0de3-403f-93dc-dad68d229783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501d8cc-0de3-403f-93dc-dad68d22978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F7B51E5E-7E61-4472-9AD0-896A6A1832CA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DFDAA2D3-C4A5-4BA8-A28A-D1312C70AFE7}">
  <ds:schemaRefs>
    <ds:schemaRef ds:uri="d501d8cc-0de3-403f-93dc-dad68d229783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74EC0DD8-8EC3-4E72-9168-2257D157AD98}">
  <ds:schemaRefs>
    <ds:schemaRef ds:uri="d501d8cc-0de3-403f-93dc-dad68d229783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1407</TotalTime>
  <Application>LibreOffice/26.2.1.2$Linux_X86_64 LibreOffice_project/8399f6259d8c87f40e7255cdb3c9b958f5e08948</Application>
  <AppVersion>15.0000</AppVersion>
  <Words>1821</Words>
  <Paragraphs>167</Paragraphs>
  <Company>Fontys Hogescholen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2021-10-15T15:17:48Z</dcterms:created>
  <dc:creator>Theunissen,Kevin K.A.T.M.</dc:creator>
  <dc:description/>
  <dc:language>en-US</dc:language>
  <cp:lastModifiedBy/>
  <dcterms:modified xsi:type="dcterms:W3CDTF">2026-03-12T11:52:21Z</dcterms:modified>
  <cp:revision>14</cp:revision>
  <dc:subject/>
  <dc:title>Werkplaats Instrumentarium project  (WIN-project)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mplianceAssetId">
    <vt:lpwstr/>
  </property>
  <property fmtid="{D5CDD505-2E9C-101B-9397-08002B2CF9AE}" pid="3" name="ContentTypeId">
    <vt:lpwstr>0x010100BF91D47C5BB3DF4F8D0AB873A3A431EE</vt:lpwstr>
  </property>
  <property fmtid="{D5CDD505-2E9C-101B-9397-08002B2CF9AE}" pid="4" name="MediaServiceImageTags">
    <vt:lpwstr/>
  </property>
  <property fmtid="{D5CDD505-2E9C-101B-9397-08002B2CF9AE}" pid="5" name="Notes">
    <vt:i4>16</vt:i4>
  </property>
  <property fmtid="{D5CDD505-2E9C-101B-9397-08002B2CF9AE}" pid="6" name="Order">
    <vt:r8>2900</vt:r8>
  </property>
  <property fmtid="{D5CDD505-2E9C-101B-9397-08002B2CF9AE}" pid="7" name="PresentationFormat">
    <vt:lpwstr>Widescreen</vt:lpwstr>
  </property>
  <property fmtid="{D5CDD505-2E9C-101B-9397-08002B2CF9AE}" pid="8" name="Slides">
    <vt:i4>16</vt:i4>
  </property>
  <property fmtid="{D5CDD505-2E9C-101B-9397-08002B2CF9AE}" pid="9" name="TemplateUrl">
    <vt:lpwstr/>
  </property>
  <property fmtid="{D5CDD505-2E9C-101B-9397-08002B2CF9AE}" pid="10" name="TriggerFlowInfo">
    <vt:lpwstr/>
  </property>
  <property fmtid="{D5CDD505-2E9C-101B-9397-08002B2CF9AE}" pid="11" name="_ExtendedDescription">
    <vt:lpwstr/>
  </property>
  <property fmtid="{D5CDD505-2E9C-101B-9397-08002B2CF9AE}" pid="12" name="_SharedFileIndex">
    <vt:lpwstr/>
  </property>
  <property fmtid="{D5CDD505-2E9C-101B-9397-08002B2CF9AE}" pid="13" name="_SourceUrl">
    <vt:lpwstr/>
  </property>
  <property fmtid="{D5CDD505-2E9C-101B-9397-08002B2CF9AE}" pid="14" name="xd_ProgID">
    <vt:lpwstr/>
  </property>
  <property fmtid="{D5CDD505-2E9C-101B-9397-08002B2CF9AE}" pid="15" name="xd_Signature">
    <vt:bool>0</vt:bool>
  </property>
</Properties>
</file>