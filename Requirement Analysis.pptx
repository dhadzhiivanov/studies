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7"/>
  </p:notesMasterIdLst>
  <p:sldIdLst>
    <p:sldId id="319" r:id="rId6"/>
    <p:sldId id="762" r:id="rId7"/>
    <p:sldId id="763" r:id="rId8"/>
    <p:sldId id="764" r:id="rId9"/>
    <p:sldId id="771" r:id="rId10"/>
    <p:sldId id="770" r:id="rId11"/>
    <p:sldId id="769" r:id="rId12"/>
    <p:sldId id="768" r:id="rId13"/>
    <p:sldId id="767" r:id="rId14"/>
    <p:sldId id="766" r:id="rId15"/>
    <p:sldId id="772" r:id="rId16"/>
    <p:sldId id="780" r:id="rId17"/>
    <p:sldId id="773" r:id="rId18"/>
    <p:sldId id="774" r:id="rId19"/>
    <p:sldId id="776" r:id="rId20"/>
    <p:sldId id="775" r:id="rId21"/>
    <p:sldId id="765" r:id="rId22"/>
    <p:sldId id="777" r:id="rId23"/>
    <p:sldId id="778" r:id="rId24"/>
    <p:sldId id="779" r:id="rId25"/>
    <p:sldId id="318" r:id="rId2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eunissen,Kevin K.A.T.M." initials="TK" lastIdx="1" clrIdx="0">
    <p:extLst>
      <p:ext uri="{19B8F6BF-5375-455C-9EA6-DF929625EA0E}">
        <p15:presenceInfo xmlns:p15="http://schemas.microsoft.com/office/powerpoint/2012/main" userId="S-1-5-21-11087255-1466054374-1897138802-17048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266"/>
    <a:srgbClr val="582D58"/>
    <a:srgbClr val="88B476"/>
    <a:srgbClr val="C59F76"/>
    <a:srgbClr val="9DABC3"/>
    <a:srgbClr val="522952"/>
    <a:srgbClr val="D8A4A0"/>
    <a:srgbClr val="E40086"/>
    <a:srgbClr val="2F5596"/>
    <a:srgbClr val="134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651A6A-088E-49FC-B415-85B4F2981702}" v="184" dt="2025-01-14T08:41:34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83" autoAdjust="0"/>
    <p:restoredTop sz="86446" autoAdjust="0"/>
  </p:normalViewPr>
  <p:slideViewPr>
    <p:cSldViewPr snapToGrid="0">
      <p:cViewPr varScale="1">
        <p:scale>
          <a:sx n="72" d="100"/>
          <a:sy n="72" d="100"/>
        </p:scale>
        <p:origin x="485" y="43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95" d="100"/>
        <a:sy n="9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ed,Carlijn C.A.A.A." userId="0db3042c-fa88-45f4-9533-20f879b7b789" providerId="ADAL" clId="{A8B7A3E4-96E3-424C-ABFE-6FBC4EC93FC5}"/>
    <pc:docChg chg="undo custSel addSld delSld modSld">
      <pc:chgData name="Moed,Carlijn C.A.A.A." userId="0db3042c-fa88-45f4-9533-20f879b7b789" providerId="ADAL" clId="{A8B7A3E4-96E3-424C-ABFE-6FBC4EC93FC5}" dt="2024-05-14T12:28:31.584" v="166" actId="20577"/>
      <pc:docMkLst>
        <pc:docMk/>
      </pc:docMkLst>
      <pc:sldChg chg="modSp mod">
        <pc:chgData name="Moed,Carlijn C.A.A.A." userId="0db3042c-fa88-45f4-9533-20f879b7b789" providerId="ADAL" clId="{A8B7A3E4-96E3-424C-ABFE-6FBC4EC93FC5}" dt="2024-05-14T12:27:51.446" v="159" actId="20577"/>
        <pc:sldMkLst>
          <pc:docMk/>
          <pc:sldMk cId="2369832559" sldId="318"/>
        </pc:sldMkLst>
        <pc:spChg chg="mod">
          <ac:chgData name="Moed,Carlijn C.A.A.A." userId="0db3042c-fa88-45f4-9533-20f879b7b789" providerId="ADAL" clId="{A8B7A3E4-96E3-424C-ABFE-6FBC4EC93FC5}" dt="2024-05-14T12:27:51.446" v="159" actId="20577"/>
          <ac:spMkLst>
            <pc:docMk/>
            <pc:sldMk cId="2369832559" sldId="318"/>
            <ac:spMk id="2" creationId="{C68412D2-2F38-09BE-011F-62B39AC79704}"/>
          </ac:spMkLst>
        </pc:spChg>
      </pc:sldChg>
      <pc:sldChg chg="modSp mod">
        <pc:chgData name="Moed,Carlijn C.A.A.A." userId="0db3042c-fa88-45f4-9533-20f879b7b789" providerId="ADAL" clId="{A8B7A3E4-96E3-424C-ABFE-6FBC4EC93FC5}" dt="2024-05-14T12:20:08.781" v="14" actId="20577"/>
        <pc:sldMkLst>
          <pc:docMk/>
          <pc:sldMk cId="2438997755" sldId="319"/>
        </pc:sldMkLst>
        <pc:spChg chg="mod">
          <ac:chgData name="Moed,Carlijn C.A.A.A." userId="0db3042c-fa88-45f4-9533-20f879b7b789" providerId="ADAL" clId="{A8B7A3E4-96E3-424C-ABFE-6FBC4EC93FC5}" dt="2024-05-14T12:20:08.781" v="14" actId="20577"/>
          <ac:spMkLst>
            <pc:docMk/>
            <pc:sldMk cId="2438997755" sldId="319"/>
            <ac:spMk id="9" creationId="{A073F8C1-6775-5D48-AD91-23203B2FBB67}"/>
          </ac:spMkLst>
        </pc:spChg>
        <pc:spChg chg="mod">
          <ac:chgData name="Moed,Carlijn C.A.A.A." userId="0db3042c-fa88-45f4-9533-20f879b7b789" providerId="ADAL" clId="{A8B7A3E4-96E3-424C-ABFE-6FBC4EC93FC5}" dt="2024-05-14T12:20:01.993" v="6" actId="20577"/>
          <ac:spMkLst>
            <pc:docMk/>
            <pc:sldMk cId="2438997755" sldId="319"/>
            <ac:spMk id="12" creationId="{F1DED566-BAFB-EB49-86BC-C1E81EB62E58}"/>
          </ac:spMkLst>
        </pc:spChg>
      </pc:sldChg>
      <pc:sldChg chg="addSp delSp modSp del mod chgLayout">
        <pc:chgData name="Moed,Carlijn C.A.A.A." userId="0db3042c-fa88-45f4-9533-20f879b7b789" providerId="ADAL" clId="{A8B7A3E4-96E3-424C-ABFE-6FBC4EC93FC5}" dt="2024-05-14T12:23:51.491" v="90" actId="47"/>
        <pc:sldMkLst>
          <pc:docMk/>
          <pc:sldMk cId="1586686407" sldId="761"/>
        </pc:sldMkLst>
        <pc:spChg chg="add del mod ord">
          <ac:chgData name="Moed,Carlijn C.A.A.A." userId="0db3042c-fa88-45f4-9533-20f879b7b789" providerId="ADAL" clId="{A8B7A3E4-96E3-424C-ABFE-6FBC4EC93FC5}" dt="2024-05-14T12:21:14.819" v="26" actId="6264"/>
          <ac:spMkLst>
            <pc:docMk/>
            <pc:sldMk cId="1586686407" sldId="761"/>
            <ac:spMk id="2" creationId="{94696702-7F15-A12F-03BB-5CF8CFDF85B9}"/>
          </ac:spMkLst>
        </pc:spChg>
        <pc:spChg chg="add del mod ord">
          <ac:chgData name="Moed,Carlijn C.A.A.A." userId="0db3042c-fa88-45f4-9533-20f879b7b789" providerId="ADAL" clId="{A8B7A3E4-96E3-424C-ABFE-6FBC4EC93FC5}" dt="2024-05-14T12:21:14.819" v="26" actId="6264"/>
          <ac:spMkLst>
            <pc:docMk/>
            <pc:sldMk cId="1586686407" sldId="761"/>
            <ac:spMk id="4" creationId="{BC29DC34-6A3E-6BDF-B487-77FAAE9A1C2E}"/>
          </ac:spMkLst>
        </pc:spChg>
        <pc:spChg chg="mod">
          <ac:chgData name="Moed,Carlijn C.A.A.A." userId="0db3042c-fa88-45f4-9533-20f879b7b789" providerId="ADAL" clId="{A8B7A3E4-96E3-424C-ABFE-6FBC4EC93FC5}" dt="2024-05-14T12:21:51.115" v="40" actId="255"/>
          <ac:spMkLst>
            <pc:docMk/>
            <pc:sldMk cId="1586686407" sldId="761"/>
            <ac:spMk id="9" creationId="{A073F8C1-6775-5D48-AD91-23203B2FBB67}"/>
          </ac:spMkLst>
        </pc:spChg>
        <pc:spChg chg="mod">
          <ac:chgData name="Moed,Carlijn C.A.A.A." userId="0db3042c-fa88-45f4-9533-20f879b7b789" providerId="ADAL" clId="{A8B7A3E4-96E3-424C-ABFE-6FBC4EC93FC5}" dt="2024-05-14T12:20:57.543" v="24" actId="20577"/>
          <ac:spMkLst>
            <pc:docMk/>
            <pc:sldMk cId="1586686407" sldId="761"/>
            <ac:spMk id="12" creationId="{F1DED566-BAFB-EB49-86BC-C1E81EB62E58}"/>
          </ac:spMkLst>
        </pc:spChg>
      </pc:sldChg>
      <pc:sldChg chg="addSp delSp modSp add mod modNotesTx">
        <pc:chgData name="Moed,Carlijn C.A.A.A." userId="0db3042c-fa88-45f4-9533-20f879b7b789" providerId="ADAL" clId="{A8B7A3E4-96E3-424C-ABFE-6FBC4EC93FC5}" dt="2024-05-14T12:27:31.845" v="150" actId="5793"/>
        <pc:sldMkLst>
          <pc:docMk/>
          <pc:sldMk cId="365091892" sldId="762"/>
        </pc:sldMkLst>
        <pc:spChg chg="add mod">
          <ac:chgData name="Moed,Carlijn C.A.A.A." userId="0db3042c-fa88-45f4-9533-20f879b7b789" providerId="ADAL" clId="{A8B7A3E4-96E3-424C-ABFE-6FBC4EC93FC5}" dt="2024-05-14T12:22:54.769" v="47"/>
          <ac:spMkLst>
            <pc:docMk/>
            <pc:sldMk cId="365091892" sldId="762"/>
            <ac:spMk id="2" creationId="{DD282C2D-A15A-814C-9484-3AFFC8DC6C55}"/>
          </ac:spMkLst>
        </pc:spChg>
        <pc:spChg chg="add mod">
          <ac:chgData name="Moed,Carlijn C.A.A.A." userId="0db3042c-fa88-45f4-9533-20f879b7b789" providerId="ADAL" clId="{A8B7A3E4-96E3-424C-ABFE-6FBC4EC93FC5}" dt="2024-05-14T12:23:42.180" v="89" actId="14100"/>
          <ac:spMkLst>
            <pc:docMk/>
            <pc:sldMk cId="365091892" sldId="762"/>
            <ac:spMk id="4" creationId="{0C77600C-E98A-453B-AD76-A33381F5E1C2}"/>
          </ac:spMkLst>
        </pc:spChg>
        <pc:spChg chg="del">
          <ac:chgData name="Moed,Carlijn C.A.A.A." userId="0db3042c-fa88-45f4-9533-20f879b7b789" providerId="ADAL" clId="{A8B7A3E4-96E3-424C-ABFE-6FBC4EC93FC5}" dt="2024-05-14T12:22:52.917" v="43" actId="478"/>
          <ac:spMkLst>
            <pc:docMk/>
            <pc:sldMk cId="365091892" sldId="762"/>
            <ac:spMk id="9" creationId="{A073F8C1-6775-5D48-AD91-23203B2FBB67}"/>
          </ac:spMkLst>
        </pc:spChg>
        <pc:picChg chg="add mod">
          <ac:chgData name="Moed,Carlijn C.A.A.A." userId="0db3042c-fa88-45f4-9533-20f879b7b789" providerId="ADAL" clId="{A8B7A3E4-96E3-424C-ABFE-6FBC4EC93FC5}" dt="2024-05-14T12:25:40.939" v="94" actId="1035"/>
          <ac:picMkLst>
            <pc:docMk/>
            <pc:sldMk cId="365091892" sldId="762"/>
            <ac:picMk id="5" creationId="{730E325D-D6A4-40B1-480A-15D417561AB9}"/>
          </ac:picMkLst>
        </pc:picChg>
      </pc:sldChg>
      <pc:sldChg chg="del">
        <pc:chgData name="Moed,Carlijn C.A.A.A." userId="0db3042c-fa88-45f4-9533-20f879b7b789" providerId="ADAL" clId="{A8B7A3E4-96E3-424C-ABFE-6FBC4EC93FC5}" dt="2024-05-14T12:22:16.957" v="41" actId="47"/>
        <pc:sldMkLst>
          <pc:docMk/>
          <pc:sldMk cId="913133755" sldId="762"/>
        </pc:sldMkLst>
      </pc:sldChg>
      <pc:sldChg chg="del">
        <pc:chgData name="Moed,Carlijn C.A.A.A." userId="0db3042c-fa88-45f4-9533-20f879b7b789" providerId="ADAL" clId="{A8B7A3E4-96E3-424C-ABFE-6FBC4EC93FC5}" dt="2024-05-14T12:22:16.957" v="41" actId="47"/>
        <pc:sldMkLst>
          <pc:docMk/>
          <pc:sldMk cId="519540566" sldId="763"/>
        </pc:sldMkLst>
      </pc:sldChg>
      <pc:sldChg chg="delSp modSp add mod modNotesTx">
        <pc:chgData name="Moed,Carlijn C.A.A.A." userId="0db3042c-fa88-45f4-9533-20f879b7b789" providerId="ADAL" clId="{A8B7A3E4-96E3-424C-ABFE-6FBC4EC93FC5}" dt="2024-05-14T12:28:31.584" v="166" actId="20577"/>
        <pc:sldMkLst>
          <pc:docMk/>
          <pc:sldMk cId="3755999956" sldId="763"/>
        </pc:sldMkLst>
        <pc:spChg chg="mod">
          <ac:chgData name="Moed,Carlijn C.A.A.A." userId="0db3042c-fa88-45f4-9533-20f879b7b789" providerId="ADAL" clId="{A8B7A3E4-96E3-424C-ABFE-6FBC4EC93FC5}" dt="2024-05-14T12:28:31.584" v="166" actId="20577"/>
          <ac:spMkLst>
            <pc:docMk/>
            <pc:sldMk cId="3755999956" sldId="763"/>
            <ac:spMk id="4" creationId="{0C77600C-E98A-453B-AD76-A33381F5E1C2}"/>
          </ac:spMkLst>
        </pc:spChg>
        <pc:spChg chg="mod">
          <ac:chgData name="Moed,Carlijn C.A.A.A." userId="0db3042c-fa88-45f4-9533-20f879b7b789" providerId="ADAL" clId="{A8B7A3E4-96E3-424C-ABFE-6FBC4EC93FC5}" dt="2024-05-14T12:25:57.938" v="123" actId="20577"/>
          <ac:spMkLst>
            <pc:docMk/>
            <pc:sldMk cId="3755999956" sldId="763"/>
            <ac:spMk id="12" creationId="{F1DED566-BAFB-EB49-86BC-C1E81EB62E58}"/>
          </ac:spMkLst>
        </pc:spChg>
        <pc:picChg chg="del">
          <ac:chgData name="Moed,Carlijn C.A.A.A." userId="0db3042c-fa88-45f4-9533-20f879b7b789" providerId="ADAL" clId="{A8B7A3E4-96E3-424C-ABFE-6FBC4EC93FC5}" dt="2024-05-14T12:25:50.097" v="96" actId="478"/>
          <ac:picMkLst>
            <pc:docMk/>
            <pc:sldMk cId="3755999956" sldId="763"/>
            <ac:picMk id="5" creationId="{730E325D-D6A4-40B1-480A-15D417561AB9}"/>
          </ac:picMkLst>
        </pc:picChg>
        <pc:picChg chg="del">
          <ac:chgData name="Moed,Carlijn C.A.A.A." userId="0db3042c-fa88-45f4-9533-20f879b7b789" providerId="ADAL" clId="{A8B7A3E4-96E3-424C-ABFE-6FBC4EC93FC5}" dt="2024-05-14T12:27:24.536" v="148" actId="478"/>
          <ac:picMkLst>
            <pc:docMk/>
            <pc:sldMk cId="3755999956" sldId="763"/>
            <ac:picMk id="1026" creationId="{9FB37F65-9D65-ED08-7E73-01FB3BC9B60E}"/>
          </ac:picMkLst>
        </pc:picChg>
      </pc:sldChg>
      <pc:sldChg chg="delSp modSp add mod modNotesTx">
        <pc:chgData name="Moed,Carlijn C.A.A.A." userId="0db3042c-fa88-45f4-9533-20f879b7b789" providerId="ADAL" clId="{A8B7A3E4-96E3-424C-ABFE-6FBC4EC93FC5}" dt="2024-05-14T12:27:38.739" v="154" actId="5793"/>
        <pc:sldMkLst>
          <pc:docMk/>
          <pc:sldMk cId="194060152" sldId="764"/>
        </pc:sldMkLst>
        <pc:spChg chg="mod">
          <ac:chgData name="Moed,Carlijn C.A.A.A." userId="0db3042c-fa88-45f4-9533-20f879b7b789" providerId="ADAL" clId="{A8B7A3E4-96E3-424C-ABFE-6FBC4EC93FC5}" dt="2024-05-14T12:27:05.846" v="139" actId="20577"/>
          <ac:spMkLst>
            <pc:docMk/>
            <pc:sldMk cId="194060152" sldId="764"/>
            <ac:spMk id="4" creationId="{0C77600C-E98A-453B-AD76-A33381F5E1C2}"/>
          </ac:spMkLst>
        </pc:spChg>
        <pc:spChg chg="mod">
          <ac:chgData name="Moed,Carlijn C.A.A.A." userId="0db3042c-fa88-45f4-9533-20f879b7b789" providerId="ADAL" clId="{A8B7A3E4-96E3-424C-ABFE-6FBC4EC93FC5}" dt="2024-05-14T12:27:01.931" v="133" actId="20577"/>
          <ac:spMkLst>
            <pc:docMk/>
            <pc:sldMk cId="194060152" sldId="764"/>
            <ac:spMk id="12" creationId="{F1DED566-BAFB-EB49-86BC-C1E81EB62E58}"/>
          </ac:spMkLst>
        </pc:spChg>
        <pc:picChg chg="del">
          <ac:chgData name="Moed,Carlijn C.A.A.A." userId="0db3042c-fa88-45f4-9533-20f879b7b789" providerId="ADAL" clId="{A8B7A3E4-96E3-424C-ABFE-6FBC4EC93FC5}" dt="2024-05-14T12:27:22.535" v="147" actId="478"/>
          <ac:picMkLst>
            <pc:docMk/>
            <pc:sldMk cId="194060152" sldId="764"/>
            <ac:picMk id="1026" creationId="{9FB37F65-9D65-ED08-7E73-01FB3BC9B60E}"/>
          </ac:picMkLst>
        </pc:picChg>
      </pc:sldChg>
      <pc:sldChg chg="del">
        <pc:chgData name="Moed,Carlijn C.A.A.A." userId="0db3042c-fa88-45f4-9533-20f879b7b789" providerId="ADAL" clId="{A8B7A3E4-96E3-424C-ABFE-6FBC4EC93FC5}" dt="2024-05-14T12:22:16.957" v="41" actId="47"/>
        <pc:sldMkLst>
          <pc:docMk/>
          <pc:sldMk cId="1621492414" sldId="764"/>
        </pc:sldMkLst>
      </pc:sldChg>
      <pc:sldChg chg="del">
        <pc:chgData name="Moed,Carlijn C.A.A.A." userId="0db3042c-fa88-45f4-9533-20f879b7b789" providerId="ADAL" clId="{A8B7A3E4-96E3-424C-ABFE-6FBC4EC93FC5}" dt="2024-05-14T12:22:16.957" v="41" actId="47"/>
        <pc:sldMkLst>
          <pc:docMk/>
          <pc:sldMk cId="3726105711" sldId="765"/>
        </pc:sldMkLst>
      </pc:sldChg>
      <pc:sldChg chg="delSp modSp add mod modNotesTx">
        <pc:chgData name="Moed,Carlijn C.A.A.A." userId="0db3042c-fa88-45f4-9533-20f879b7b789" providerId="ADAL" clId="{A8B7A3E4-96E3-424C-ABFE-6FBC4EC93FC5}" dt="2024-05-14T12:27:42.747" v="156" actId="5793"/>
        <pc:sldMkLst>
          <pc:docMk/>
          <pc:sldMk cId="3834392433" sldId="765"/>
        </pc:sldMkLst>
        <pc:spChg chg="mod">
          <ac:chgData name="Moed,Carlijn C.A.A.A." userId="0db3042c-fa88-45f4-9533-20f879b7b789" providerId="ADAL" clId="{A8B7A3E4-96E3-424C-ABFE-6FBC4EC93FC5}" dt="2024-05-14T12:27:15.714" v="145" actId="20577"/>
          <ac:spMkLst>
            <pc:docMk/>
            <pc:sldMk cId="3834392433" sldId="765"/>
            <ac:spMk id="12" creationId="{F1DED566-BAFB-EB49-86BC-C1E81EB62E58}"/>
          </ac:spMkLst>
        </pc:spChg>
        <pc:picChg chg="del">
          <ac:chgData name="Moed,Carlijn C.A.A.A." userId="0db3042c-fa88-45f4-9533-20f879b7b789" providerId="ADAL" clId="{A8B7A3E4-96E3-424C-ABFE-6FBC4EC93FC5}" dt="2024-05-14T12:27:20.587" v="146" actId="478"/>
          <ac:picMkLst>
            <pc:docMk/>
            <pc:sldMk cId="3834392433" sldId="765"/>
            <ac:picMk id="1026" creationId="{9FB37F65-9D65-ED08-7E73-01FB3BC9B60E}"/>
          </ac:picMkLst>
        </pc:picChg>
      </pc:sldChg>
      <pc:sldChg chg="del">
        <pc:chgData name="Moed,Carlijn C.A.A.A." userId="0db3042c-fa88-45f4-9533-20f879b7b789" providerId="ADAL" clId="{A8B7A3E4-96E3-424C-ABFE-6FBC4EC93FC5}" dt="2024-05-14T12:22:16.957" v="41" actId="47"/>
        <pc:sldMkLst>
          <pc:docMk/>
          <pc:sldMk cId="2152135443" sldId="766"/>
        </pc:sldMkLst>
      </pc:sldChg>
      <pc:sldChg chg="del">
        <pc:chgData name="Moed,Carlijn C.A.A.A." userId="0db3042c-fa88-45f4-9533-20f879b7b789" providerId="ADAL" clId="{A8B7A3E4-96E3-424C-ABFE-6FBC4EC93FC5}" dt="2024-05-14T12:22:16.957" v="41" actId="47"/>
        <pc:sldMkLst>
          <pc:docMk/>
          <pc:sldMk cId="1490432998" sldId="767"/>
        </pc:sldMkLst>
      </pc:sldChg>
      <pc:sldChg chg="del">
        <pc:chgData name="Moed,Carlijn C.A.A.A." userId="0db3042c-fa88-45f4-9533-20f879b7b789" providerId="ADAL" clId="{A8B7A3E4-96E3-424C-ABFE-6FBC4EC93FC5}" dt="2024-05-14T12:22:16.957" v="41" actId="47"/>
        <pc:sldMkLst>
          <pc:docMk/>
          <pc:sldMk cId="3837519340" sldId="768"/>
        </pc:sldMkLst>
      </pc:sldChg>
      <pc:sldChg chg="del">
        <pc:chgData name="Moed,Carlijn C.A.A.A." userId="0db3042c-fa88-45f4-9533-20f879b7b789" providerId="ADAL" clId="{A8B7A3E4-96E3-424C-ABFE-6FBC4EC93FC5}" dt="2024-05-14T12:22:16.957" v="41" actId="47"/>
        <pc:sldMkLst>
          <pc:docMk/>
          <pc:sldMk cId="736276257" sldId="769"/>
        </pc:sldMkLst>
      </pc:sldChg>
      <pc:sldChg chg="del">
        <pc:chgData name="Moed,Carlijn C.A.A.A." userId="0db3042c-fa88-45f4-9533-20f879b7b789" providerId="ADAL" clId="{A8B7A3E4-96E3-424C-ABFE-6FBC4EC93FC5}" dt="2024-05-14T12:22:16.957" v="41" actId="47"/>
        <pc:sldMkLst>
          <pc:docMk/>
          <pc:sldMk cId="3250477926" sldId="770"/>
        </pc:sldMkLst>
      </pc:sldChg>
      <pc:sldChg chg="del">
        <pc:chgData name="Moed,Carlijn C.A.A.A." userId="0db3042c-fa88-45f4-9533-20f879b7b789" providerId="ADAL" clId="{A8B7A3E4-96E3-424C-ABFE-6FBC4EC93FC5}" dt="2024-05-14T12:22:16.957" v="41" actId="47"/>
        <pc:sldMkLst>
          <pc:docMk/>
          <pc:sldMk cId="1295745317" sldId="771"/>
        </pc:sldMkLst>
      </pc:sldChg>
      <pc:sldChg chg="del">
        <pc:chgData name="Moed,Carlijn C.A.A.A." userId="0db3042c-fa88-45f4-9533-20f879b7b789" providerId="ADAL" clId="{A8B7A3E4-96E3-424C-ABFE-6FBC4EC93FC5}" dt="2024-05-14T12:22:16.957" v="41" actId="47"/>
        <pc:sldMkLst>
          <pc:docMk/>
          <pc:sldMk cId="4049824862" sldId="772"/>
        </pc:sldMkLst>
      </pc:sldChg>
    </pc:docChg>
  </pc:docChgLst>
  <pc:docChgLst>
    <pc:chgData name="Gorentla,Raja R.R." userId="09d298d5-62a8-4e0b-a2ef-0d6382d6701c" providerId="ADAL" clId="{50651A6A-088E-49FC-B415-85B4F2981702}"/>
    <pc:docChg chg="undo custSel addSld modSld">
      <pc:chgData name="Gorentla,Raja R.R." userId="09d298d5-62a8-4e0b-a2ef-0d6382d6701c" providerId="ADAL" clId="{50651A6A-088E-49FC-B415-85B4F2981702}" dt="2025-01-14T08:41:34.772" v="1633" actId="14100"/>
      <pc:docMkLst>
        <pc:docMk/>
      </pc:docMkLst>
      <pc:sldChg chg="addSp modSp mod">
        <pc:chgData name="Gorentla,Raja R.R." userId="09d298d5-62a8-4e0b-a2ef-0d6382d6701c" providerId="ADAL" clId="{50651A6A-088E-49FC-B415-85B4F2981702}" dt="2025-01-14T08:41:34.772" v="1633" actId="14100"/>
        <pc:sldMkLst>
          <pc:docMk/>
          <pc:sldMk cId="2369832559" sldId="318"/>
        </pc:sldMkLst>
        <pc:spChg chg="mod">
          <ac:chgData name="Gorentla,Raja R.R." userId="09d298d5-62a8-4e0b-a2ef-0d6382d6701c" providerId="ADAL" clId="{50651A6A-088E-49FC-B415-85B4F2981702}" dt="2025-01-14T08:41:16.782" v="1632" actId="255"/>
          <ac:spMkLst>
            <pc:docMk/>
            <pc:sldMk cId="2369832559" sldId="318"/>
            <ac:spMk id="2" creationId="{C68412D2-2F38-09BE-011F-62B39AC79704}"/>
          </ac:spMkLst>
        </pc:spChg>
        <pc:picChg chg="mod">
          <ac:chgData name="Gorentla,Raja R.R." userId="09d298d5-62a8-4e0b-a2ef-0d6382d6701c" providerId="ADAL" clId="{50651A6A-088E-49FC-B415-85B4F2981702}" dt="2025-01-14T08:40:19.112" v="1608" actId="14100"/>
          <ac:picMkLst>
            <pc:docMk/>
            <pc:sldMk cId="2369832559" sldId="318"/>
            <ac:picMk id="4" creationId="{C145F956-0D71-D2E7-703E-5D1980C4D9FE}"/>
          </ac:picMkLst>
        </pc:picChg>
        <pc:picChg chg="add">
          <ac:chgData name="Gorentla,Raja R.R." userId="09d298d5-62a8-4e0b-a2ef-0d6382d6701c" providerId="ADAL" clId="{50651A6A-088E-49FC-B415-85B4F2981702}" dt="2025-01-14T08:39:43.238" v="1607"/>
          <ac:picMkLst>
            <pc:docMk/>
            <pc:sldMk cId="2369832559" sldId="318"/>
            <ac:picMk id="1026" creationId="{363FF780-E71A-F025-ECB6-9EE584EE5539}"/>
          </ac:picMkLst>
        </pc:picChg>
        <pc:picChg chg="add mod">
          <ac:chgData name="Gorentla,Raja R.R." userId="09d298d5-62a8-4e0b-a2ef-0d6382d6701c" providerId="ADAL" clId="{50651A6A-088E-49FC-B415-85B4F2981702}" dt="2025-01-14T08:41:34.772" v="1633" actId="14100"/>
          <ac:picMkLst>
            <pc:docMk/>
            <pc:sldMk cId="2369832559" sldId="318"/>
            <ac:picMk id="1028" creationId="{ECB8CDAA-559C-72CA-44B9-CFD28B0AB6FA}"/>
          </ac:picMkLst>
        </pc:picChg>
      </pc:sldChg>
      <pc:sldChg chg="modSp mod">
        <pc:chgData name="Gorentla,Raja R.R." userId="09d298d5-62a8-4e0b-a2ef-0d6382d6701c" providerId="ADAL" clId="{50651A6A-088E-49FC-B415-85B4F2981702}" dt="2024-12-14T16:45:29.114" v="66" actId="20577"/>
        <pc:sldMkLst>
          <pc:docMk/>
          <pc:sldMk cId="2438997755" sldId="319"/>
        </pc:sldMkLst>
        <pc:spChg chg="mod">
          <ac:chgData name="Gorentla,Raja R.R." userId="09d298d5-62a8-4e0b-a2ef-0d6382d6701c" providerId="ADAL" clId="{50651A6A-088E-49FC-B415-85B4F2981702}" dt="2024-12-14T16:45:29.114" v="66" actId="20577"/>
          <ac:spMkLst>
            <pc:docMk/>
            <pc:sldMk cId="2438997755" sldId="319"/>
            <ac:spMk id="9" creationId="{A073F8C1-6775-5D48-AD91-23203B2FBB67}"/>
          </ac:spMkLst>
        </pc:spChg>
        <pc:spChg chg="mod">
          <ac:chgData name="Gorentla,Raja R.R." userId="09d298d5-62a8-4e0b-a2ef-0d6382d6701c" providerId="ADAL" clId="{50651A6A-088E-49FC-B415-85B4F2981702}" dt="2024-12-14T16:44:59.917" v="31" actId="14100"/>
          <ac:spMkLst>
            <pc:docMk/>
            <pc:sldMk cId="2438997755" sldId="319"/>
            <ac:spMk id="12" creationId="{F1DED566-BAFB-EB49-86BC-C1E81EB62E58}"/>
          </ac:spMkLst>
        </pc:spChg>
      </pc:sldChg>
      <pc:sldChg chg="delSp modSp mod">
        <pc:chgData name="Gorentla,Raja R.R." userId="09d298d5-62a8-4e0b-a2ef-0d6382d6701c" providerId="ADAL" clId="{50651A6A-088E-49FC-B415-85B4F2981702}" dt="2024-12-14T16:47:23.304" v="118" actId="478"/>
        <pc:sldMkLst>
          <pc:docMk/>
          <pc:sldMk cId="365091892" sldId="762"/>
        </pc:sldMkLst>
        <pc:spChg chg="mod">
          <ac:chgData name="Gorentla,Raja R.R." userId="09d298d5-62a8-4e0b-a2ef-0d6382d6701c" providerId="ADAL" clId="{50651A6A-088E-49FC-B415-85B4F2981702}" dt="2024-12-14T16:46:56.777" v="97" actId="20577"/>
          <ac:spMkLst>
            <pc:docMk/>
            <pc:sldMk cId="365091892" sldId="762"/>
            <ac:spMk id="4" creationId="{0C77600C-E98A-453B-AD76-A33381F5E1C2}"/>
          </ac:spMkLst>
        </pc:spChg>
        <pc:spChg chg="mod">
          <ac:chgData name="Gorentla,Raja R.R." userId="09d298d5-62a8-4e0b-a2ef-0d6382d6701c" providerId="ADAL" clId="{50651A6A-088E-49FC-B415-85B4F2981702}" dt="2024-12-14T16:47:14.767" v="117" actId="20577"/>
          <ac:spMkLst>
            <pc:docMk/>
            <pc:sldMk cId="365091892" sldId="762"/>
            <ac:spMk id="12" creationId="{F1DED566-BAFB-EB49-86BC-C1E81EB62E58}"/>
          </ac:spMkLst>
        </pc:spChg>
        <pc:picChg chg="del">
          <ac:chgData name="Gorentla,Raja R.R." userId="09d298d5-62a8-4e0b-a2ef-0d6382d6701c" providerId="ADAL" clId="{50651A6A-088E-49FC-B415-85B4F2981702}" dt="2024-12-14T16:47:23.304" v="118" actId="478"/>
          <ac:picMkLst>
            <pc:docMk/>
            <pc:sldMk cId="365091892" sldId="762"/>
            <ac:picMk id="5" creationId="{730E325D-D6A4-40B1-480A-15D417561AB9}"/>
          </ac:picMkLst>
        </pc:picChg>
      </pc:sldChg>
      <pc:sldChg chg="modSp mod">
        <pc:chgData name="Gorentla,Raja R.R." userId="09d298d5-62a8-4e0b-a2ef-0d6382d6701c" providerId="ADAL" clId="{50651A6A-088E-49FC-B415-85B4F2981702}" dt="2024-12-14T18:50:38.018" v="943" actId="20577"/>
        <pc:sldMkLst>
          <pc:docMk/>
          <pc:sldMk cId="3755999956" sldId="763"/>
        </pc:sldMkLst>
        <pc:spChg chg="mod">
          <ac:chgData name="Gorentla,Raja R.R." userId="09d298d5-62a8-4e0b-a2ef-0d6382d6701c" providerId="ADAL" clId="{50651A6A-088E-49FC-B415-85B4F2981702}" dt="2024-12-14T18:50:38.018" v="943" actId="20577"/>
          <ac:spMkLst>
            <pc:docMk/>
            <pc:sldMk cId="3755999956" sldId="763"/>
            <ac:spMk id="4" creationId="{0C77600C-E98A-453B-AD76-A33381F5E1C2}"/>
          </ac:spMkLst>
        </pc:spChg>
        <pc:spChg chg="mod">
          <ac:chgData name="Gorentla,Raja R.R." userId="09d298d5-62a8-4e0b-a2ef-0d6382d6701c" providerId="ADAL" clId="{50651A6A-088E-49FC-B415-85B4F2981702}" dt="2024-12-14T18:49:35.785" v="911" actId="20577"/>
          <ac:spMkLst>
            <pc:docMk/>
            <pc:sldMk cId="3755999956" sldId="763"/>
            <ac:spMk id="12" creationId="{F1DED566-BAFB-EB49-86BC-C1E81EB62E58}"/>
          </ac:spMkLst>
        </pc:spChg>
      </pc:sldChg>
      <pc:sldChg chg="addSp delSp modSp mod">
        <pc:chgData name="Gorentla,Raja R.R." userId="09d298d5-62a8-4e0b-a2ef-0d6382d6701c" providerId="ADAL" clId="{50651A6A-088E-49FC-B415-85B4F2981702}" dt="2024-12-14T18:54:20.042" v="1013" actId="478"/>
        <pc:sldMkLst>
          <pc:docMk/>
          <pc:sldMk cId="194060152" sldId="764"/>
        </pc:sldMkLst>
        <pc:spChg chg="del">
          <ac:chgData name="Gorentla,Raja R.R." userId="09d298d5-62a8-4e0b-a2ef-0d6382d6701c" providerId="ADAL" clId="{50651A6A-088E-49FC-B415-85B4F2981702}" dt="2024-12-14T18:54:20.042" v="1013" actId="478"/>
          <ac:spMkLst>
            <pc:docMk/>
            <pc:sldMk cId="194060152" sldId="764"/>
            <ac:spMk id="4" creationId="{0C77600C-E98A-453B-AD76-A33381F5E1C2}"/>
          </ac:spMkLst>
        </pc:spChg>
        <pc:spChg chg="add del mod">
          <ac:chgData name="Gorentla,Raja R.R." userId="09d298d5-62a8-4e0b-a2ef-0d6382d6701c" providerId="ADAL" clId="{50651A6A-088E-49FC-B415-85B4F2981702}" dt="2024-12-14T17:50:37.039" v="145" actId="478"/>
          <ac:spMkLst>
            <pc:docMk/>
            <pc:sldMk cId="194060152" sldId="764"/>
            <ac:spMk id="5" creationId="{1465C495-321D-78AE-8459-22C023E002F4}"/>
          </ac:spMkLst>
        </pc:spChg>
        <pc:spChg chg="add mod">
          <ac:chgData name="Gorentla,Raja R.R." userId="09d298d5-62a8-4e0b-a2ef-0d6382d6701c" providerId="ADAL" clId="{50651A6A-088E-49FC-B415-85B4F2981702}" dt="2024-12-14T18:54:02.293" v="1011" actId="1076"/>
          <ac:spMkLst>
            <pc:docMk/>
            <pc:sldMk cId="194060152" sldId="764"/>
            <ac:spMk id="6" creationId="{B2873F5D-55B0-CBB3-9083-F59FF8D5E2B2}"/>
          </ac:spMkLst>
        </pc:spChg>
        <pc:spChg chg="del">
          <ac:chgData name="Gorentla,Raja R.R." userId="09d298d5-62a8-4e0b-a2ef-0d6382d6701c" providerId="ADAL" clId="{50651A6A-088E-49FC-B415-85B4F2981702}" dt="2024-12-14T18:53:36.093" v="1007" actId="478"/>
          <ac:spMkLst>
            <pc:docMk/>
            <pc:sldMk cId="194060152" sldId="764"/>
            <ac:spMk id="12" creationId="{F1DED566-BAFB-EB49-86BC-C1E81EB62E58}"/>
          </ac:spMkLst>
        </pc:spChg>
        <pc:picChg chg="add mod">
          <ac:chgData name="Gorentla,Raja R.R." userId="09d298d5-62a8-4e0b-a2ef-0d6382d6701c" providerId="ADAL" clId="{50651A6A-088E-49FC-B415-85B4F2981702}" dt="2024-12-14T18:54:11.909" v="1012" actId="1076"/>
          <ac:picMkLst>
            <pc:docMk/>
            <pc:sldMk cId="194060152" sldId="764"/>
            <ac:picMk id="2" creationId="{2007EBB6-BD3A-5CD3-314E-74EE692E5222}"/>
          </ac:picMkLst>
        </pc:picChg>
      </pc:sldChg>
      <pc:sldChg chg="addSp delSp modSp mod delAnim modAnim">
        <pc:chgData name="Gorentla,Raja R.R." userId="09d298d5-62a8-4e0b-a2ef-0d6382d6701c" providerId="ADAL" clId="{50651A6A-088E-49FC-B415-85B4F2981702}" dt="2025-01-14T08:20:14.050" v="1563" actId="20577"/>
        <pc:sldMkLst>
          <pc:docMk/>
          <pc:sldMk cId="3834392433" sldId="765"/>
        </pc:sldMkLst>
        <pc:spChg chg="add mod">
          <ac:chgData name="Gorentla,Raja R.R." userId="09d298d5-62a8-4e0b-a2ef-0d6382d6701c" providerId="ADAL" clId="{50651A6A-088E-49FC-B415-85B4F2981702}" dt="2025-01-13T20:36:58.576" v="1234"/>
          <ac:spMkLst>
            <pc:docMk/>
            <pc:sldMk cId="3834392433" sldId="765"/>
            <ac:spMk id="2" creationId="{90AE4BBB-12BD-14DF-6585-DB6548A6C799}"/>
          </ac:spMkLst>
        </pc:spChg>
        <pc:spChg chg="del mod">
          <ac:chgData name="Gorentla,Raja R.R." userId="09d298d5-62a8-4e0b-a2ef-0d6382d6701c" providerId="ADAL" clId="{50651A6A-088E-49FC-B415-85B4F2981702}" dt="2025-01-13T20:41:43.559" v="1290" actId="478"/>
          <ac:spMkLst>
            <pc:docMk/>
            <pc:sldMk cId="3834392433" sldId="765"/>
            <ac:spMk id="4" creationId="{0C77600C-E98A-453B-AD76-A33381F5E1C2}"/>
          </ac:spMkLst>
        </pc:spChg>
        <pc:spChg chg="add mod">
          <ac:chgData name="Gorentla,Raja R.R." userId="09d298d5-62a8-4e0b-a2ef-0d6382d6701c" providerId="ADAL" clId="{50651A6A-088E-49FC-B415-85B4F2981702}" dt="2025-01-13T20:37:10.412" v="1236"/>
          <ac:spMkLst>
            <pc:docMk/>
            <pc:sldMk cId="3834392433" sldId="765"/>
            <ac:spMk id="5" creationId="{C020D039-968B-F970-CBB2-F95483670A99}"/>
          </ac:spMkLst>
        </pc:spChg>
        <pc:spChg chg="add mod">
          <ac:chgData name="Gorentla,Raja R.R." userId="09d298d5-62a8-4e0b-a2ef-0d6382d6701c" providerId="ADAL" clId="{50651A6A-088E-49FC-B415-85B4F2981702}" dt="2025-01-14T08:20:14.050" v="1563" actId="20577"/>
          <ac:spMkLst>
            <pc:docMk/>
            <pc:sldMk cId="3834392433" sldId="765"/>
            <ac:spMk id="6" creationId="{AB286F0E-0C1E-1F1F-A07E-67E777AFE4C6}"/>
          </ac:spMkLst>
        </pc:spChg>
        <pc:spChg chg="add mod">
          <ac:chgData name="Gorentla,Raja R.R." userId="09d298d5-62a8-4e0b-a2ef-0d6382d6701c" providerId="ADAL" clId="{50651A6A-088E-49FC-B415-85B4F2981702}" dt="2025-01-13T20:39:58.307" v="1280" actId="1076"/>
          <ac:spMkLst>
            <pc:docMk/>
            <pc:sldMk cId="3834392433" sldId="765"/>
            <ac:spMk id="7" creationId="{F8397429-7343-33C5-4038-193719F4770B}"/>
          </ac:spMkLst>
        </pc:spChg>
        <pc:spChg chg="add del mod">
          <ac:chgData name="Gorentla,Raja R.R." userId="09d298d5-62a8-4e0b-a2ef-0d6382d6701c" providerId="ADAL" clId="{50651A6A-088E-49FC-B415-85B4F2981702}" dt="2025-01-13T20:41:18.047" v="1289" actId="478"/>
          <ac:spMkLst>
            <pc:docMk/>
            <pc:sldMk cId="3834392433" sldId="765"/>
            <ac:spMk id="8" creationId="{EF035501-93F9-E41A-A81C-EDC2197D5D94}"/>
          </ac:spMkLst>
        </pc:spChg>
        <pc:spChg chg="add mod">
          <ac:chgData name="Gorentla,Raja R.R." userId="09d298d5-62a8-4e0b-a2ef-0d6382d6701c" providerId="ADAL" clId="{50651A6A-088E-49FC-B415-85B4F2981702}" dt="2025-01-13T20:40:40.217" v="1283"/>
          <ac:spMkLst>
            <pc:docMk/>
            <pc:sldMk cId="3834392433" sldId="765"/>
            <ac:spMk id="9" creationId="{2FB1956D-55F8-28F5-9D5D-3DCDF3C86DD5}"/>
          </ac:spMkLst>
        </pc:spChg>
        <pc:spChg chg="add mod">
          <ac:chgData name="Gorentla,Raja R.R." userId="09d298d5-62a8-4e0b-a2ef-0d6382d6701c" providerId="ADAL" clId="{50651A6A-088E-49FC-B415-85B4F2981702}" dt="2025-01-14T08:19:43.032" v="1529" actId="20577"/>
          <ac:spMkLst>
            <pc:docMk/>
            <pc:sldMk cId="3834392433" sldId="765"/>
            <ac:spMk id="10" creationId="{0EACB82A-A3D5-DD49-75EA-85086343C7E9}"/>
          </ac:spMkLst>
        </pc:spChg>
        <pc:spChg chg="add mod">
          <ac:chgData name="Gorentla,Raja R.R." userId="09d298d5-62a8-4e0b-a2ef-0d6382d6701c" providerId="ADAL" clId="{50651A6A-088E-49FC-B415-85B4F2981702}" dt="2025-01-14T08:17:05.480" v="1495" actId="20577"/>
          <ac:spMkLst>
            <pc:docMk/>
            <pc:sldMk cId="3834392433" sldId="765"/>
            <ac:spMk id="11" creationId="{7BA26B62-3F8B-2041-8871-5B0284217423}"/>
          </ac:spMkLst>
        </pc:spChg>
        <pc:spChg chg="mod">
          <ac:chgData name="Gorentla,Raja R.R." userId="09d298d5-62a8-4e0b-a2ef-0d6382d6701c" providerId="ADAL" clId="{50651A6A-088E-49FC-B415-85B4F2981702}" dt="2025-01-13T20:38:21.015" v="1275" actId="14100"/>
          <ac:spMkLst>
            <pc:docMk/>
            <pc:sldMk cId="3834392433" sldId="765"/>
            <ac:spMk id="12" creationId="{F1DED566-BAFB-EB49-86BC-C1E81EB62E58}"/>
          </ac:spMkLst>
        </pc:spChg>
      </pc:sldChg>
      <pc:sldChg chg="addSp delSp modSp add mod">
        <pc:chgData name="Gorentla,Raja R.R." userId="09d298d5-62a8-4e0b-a2ef-0d6382d6701c" providerId="ADAL" clId="{50651A6A-088E-49FC-B415-85B4F2981702}" dt="2024-12-14T18:38:54.746" v="786" actId="14100"/>
        <pc:sldMkLst>
          <pc:docMk/>
          <pc:sldMk cId="3296025188" sldId="766"/>
        </pc:sldMkLst>
        <pc:spChg chg="del mod">
          <ac:chgData name="Gorentla,Raja R.R." userId="09d298d5-62a8-4e0b-a2ef-0d6382d6701c" providerId="ADAL" clId="{50651A6A-088E-49FC-B415-85B4F2981702}" dt="2024-12-14T18:38:37.374" v="783" actId="478"/>
          <ac:spMkLst>
            <pc:docMk/>
            <pc:sldMk cId="3296025188" sldId="766"/>
            <ac:spMk id="4" creationId="{B3802D59-D211-2DA0-F896-63B90BD14BFD}"/>
          </ac:spMkLst>
        </pc:spChg>
        <pc:spChg chg="mod">
          <ac:chgData name="Gorentla,Raja R.R." userId="09d298d5-62a8-4e0b-a2ef-0d6382d6701c" providerId="ADAL" clId="{50651A6A-088E-49FC-B415-85B4F2981702}" dt="2024-12-14T18:36:36.109" v="741"/>
          <ac:spMkLst>
            <pc:docMk/>
            <pc:sldMk cId="3296025188" sldId="766"/>
            <ac:spMk id="6" creationId="{D3A71AF4-80AF-CA0D-6400-4491C584164A}"/>
          </ac:spMkLst>
        </pc:spChg>
        <pc:spChg chg="mod">
          <ac:chgData name="Gorentla,Raja R.R." userId="09d298d5-62a8-4e0b-a2ef-0d6382d6701c" providerId="ADAL" clId="{50651A6A-088E-49FC-B415-85B4F2981702}" dt="2024-12-14T18:37:55.154" v="778" actId="14100"/>
          <ac:spMkLst>
            <pc:docMk/>
            <pc:sldMk cId="3296025188" sldId="766"/>
            <ac:spMk id="12" creationId="{E4D5B65D-7F60-9C06-96A0-46F682AA1855}"/>
          </ac:spMkLst>
        </pc:spChg>
        <pc:grpChg chg="add mod">
          <ac:chgData name="Gorentla,Raja R.R." userId="09d298d5-62a8-4e0b-a2ef-0d6382d6701c" providerId="ADAL" clId="{50651A6A-088E-49FC-B415-85B4F2981702}" dt="2024-12-14T18:38:54.746" v="786" actId="14100"/>
          <ac:grpSpMkLst>
            <pc:docMk/>
            <pc:sldMk cId="3296025188" sldId="766"/>
            <ac:grpSpMk id="2" creationId="{4BAAADD7-72FB-5C13-3744-EC2032BB23A5}"/>
          </ac:grpSpMkLst>
        </pc:grpChg>
        <pc:picChg chg="mod">
          <ac:chgData name="Gorentla,Raja R.R." userId="09d298d5-62a8-4e0b-a2ef-0d6382d6701c" providerId="ADAL" clId="{50651A6A-088E-49FC-B415-85B4F2981702}" dt="2024-12-14T18:36:36.109" v="741"/>
          <ac:picMkLst>
            <pc:docMk/>
            <pc:sldMk cId="3296025188" sldId="766"/>
            <ac:picMk id="5" creationId="{CCBD2288-84FB-33D8-E7D7-8921DAA9B269}"/>
          </ac:picMkLst>
        </pc:picChg>
      </pc:sldChg>
      <pc:sldChg chg="addSp modSp add mod modAnim modNotesTx">
        <pc:chgData name="Gorentla,Raja R.R." userId="09d298d5-62a8-4e0b-a2ef-0d6382d6701c" providerId="ADAL" clId="{50651A6A-088E-49FC-B415-85B4F2981702}" dt="2025-01-01T16:00:32.001" v="1022" actId="20577"/>
        <pc:sldMkLst>
          <pc:docMk/>
          <pc:sldMk cId="3791845870" sldId="767"/>
        </pc:sldMkLst>
        <pc:spChg chg="add mod">
          <ac:chgData name="Gorentla,Raja R.R." userId="09d298d5-62a8-4e0b-a2ef-0d6382d6701c" providerId="ADAL" clId="{50651A6A-088E-49FC-B415-85B4F2981702}" dt="2024-12-14T18:35:17.779" v="738" actId="14100"/>
          <ac:spMkLst>
            <pc:docMk/>
            <pc:sldMk cId="3791845870" sldId="767"/>
            <ac:spMk id="2" creationId="{127AC1B5-5D1E-ACF2-D0DA-55DD9D836E5C}"/>
          </ac:spMkLst>
        </pc:spChg>
        <pc:spChg chg="mod">
          <ac:chgData name="Gorentla,Raja R.R." userId="09d298d5-62a8-4e0b-a2ef-0d6382d6701c" providerId="ADAL" clId="{50651A6A-088E-49FC-B415-85B4F2981702}" dt="2024-12-14T18:34:45.602" v="732" actId="5793"/>
          <ac:spMkLst>
            <pc:docMk/>
            <pc:sldMk cId="3791845870" sldId="767"/>
            <ac:spMk id="4" creationId="{7DD0C7B1-C691-4EB3-1A36-17CDE8C1106C}"/>
          </ac:spMkLst>
        </pc:spChg>
        <pc:spChg chg="add mod">
          <ac:chgData name="Gorentla,Raja R.R." userId="09d298d5-62a8-4e0b-a2ef-0d6382d6701c" providerId="ADAL" clId="{50651A6A-088E-49FC-B415-85B4F2981702}" dt="2024-12-14T18:36:10.920" v="740" actId="1076"/>
          <ac:spMkLst>
            <pc:docMk/>
            <pc:sldMk cId="3791845870" sldId="767"/>
            <ac:spMk id="5" creationId="{7CD6B176-637A-BC8B-02D0-ECD5706ACACB}"/>
          </ac:spMkLst>
        </pc:spChg>
        <pc:spChg chg="mod">
          <ac:chgData name="Gorentla,Raja R.R." userId="09d298d5-62a8-4e0b-a2ef-0d6382d6701c" providerId="ADAL" clId="{50651A6A-088E-49FC-B415-85B4F2981702}" dt="2025-01-01T16:00:32.001" v="1022" actId="20577"/>
          <ac:spMkLst>
            <pc:docMk/>
            <pc:sldMk cId="3791845870" sldId="767"/>
            <ac:spMk id="12" creationId="{EB8C0999-8D2F-7F7E-8CF9-B90C16F55D99}"/>
          </ac:spMkLst>
        </pc:spChg>
      </pc:sldChg>
      <pc:sldChg chg="addSp delSp modSp add mod modAnim modNotesTx">
        <pc:chgData name="Gorentla,Raja R.R." userId="09d298d5-62a8-4e0b-a2ef-0d6382d6701c" providerId="ADAL" clId="{50651A6A-088E-49FC-B415-85B4F2981702}" dt="2024-12-14T18:22:23.545" v="528" actId="1076"/>
        <pc:sldMkLst>
          <pc:docMk/>
          <pc:sldMk cId="1292232153" sldId="768"/>
        </pc:sldMkLst>
        <pc:spChg chg="add mod">
          <ac:chgData name="Gorentla,Raja R.R." userId="09d298d5-62a8-4e0b-a2ef-0d6382d6701c" providerId="ADAL" clId="{50651A6A-088E-49FC-B415-85B4F2981702}" dt="2024-12-14T18:07:28.767" v="483"/>
          <ac:spMkLst>
            <pc:docMk/>
            <pc:sldMk cId="1292232153" sldId="768"/>
            <ac:spMk id="2" creationId="{BCEA019F-1DD6-58BF-5A9E-D9A0246A9D3E}"/>
          </ac:spMkLst>
        </pc:spChg>
        <pc:spChg chg="mod">
          <ac:chgData name="Gorentla,Raja R.R." userId="09d298d5-62a8-4e0b-a2ef-0d6382d6701c" providerId="ADAL" clId="{50651A6A-088E-49FC-B415-85B4F2981702}" dt="2024-12-14T18:12:06.188" v="524" actId="207"/>
          <ac:spMkLst>
            <pc:docMk/>
            <pc:sldMk cId="1292232153" sldId="768"/>
            <ac:spMk id="4" creationId="{1B930D7B-0078-8AD9-9207-DBA3F077AD12}"/>
          </ac:spMkLst>
        </pc:spChg>
        <pc:spChg chg="add mod">
          <ac:chgData name="Gorentla,Raja R.R." userId="09d298d5-62a8-4e0b-a2ef-0d6382d6701c" providerId="ADAL" clId="{50651A6A-088E-49FC-B415-85B4F2981702}" dt="2024-12-14T18:07:56.583" v="498"/>
          <ac:spMkLst>
            <pc:docMk/>
            <pc:sldMk cId="1292232153" sldId="768"/>
            <ac:spMk id="5" creationId="{2F909CAA-E65E-FE41-5AB4-59A1C26C658C}"/>
          </ac:spMkLst>
        </pc:spChg>
        <pc:spChg chg="add mod">
          <ac:chgData name="Gorentla,Raja R.R." userId="09d298d5-62a8-4e0b-a2ef-0d6382d6701c" providerId="ADAL" clId="{50651A6A-088E-49FC-B415-85B4F2981702}" dt="2024-12-14T18:08:41.848" v="512" actId="14100"/>
          <ac:spMkLst>
            <pc:docMk/>
            <pc:sldMk cId="1292232153" sldId="768"/>
            <ac:spMk id="6" creationId="{184F7FFA-E404-CCA5-C9A4-3813AD61A5F7}"/>
          </ac:spMkLst>
        </pc:spChg>
        <pc:spChg chg="add mod">
          <ac:chgData name="Gorentla,Raja R.R." userId="09d298d5-62a8-4e0b-a2ef-0d6382d6701c" providerId="ADAL" clId="{50651A6A-088E-49FC-B415-85B4F2981702}" dt="2024-12-14T18:09:19.083" v="513"/>
          <ac:spMkLst>
            <pc:docMk/>
            <pc:sldMk cId="1292232153" sldId="768"/>
            <ac:spMk id="7" creationId="{8F3A2EFF-72B0-5B84-56BA-35076548AFD8}"/>
          </ac:spMkLst>
        </pc:spChg>
        <pc:spChg chg="add del mod">
          <ac:chgData name="Gorentla,Raja R.R." userId="09d298d5-62a8-4e0b-a2ef-0d6382d6701c" providerId="ADAL" clId="{50651A6A-088E-49FC-B415-85B4F2981702}" dt="2024-12-14T18:22:07.877" v="527" actId="478"/>
          <ac:spMkLst>
            <pc:docMk/>
            <pc:sldMk cId="1292232153" sldId="768"/>
            <ac:spMk id="8" creationId="{6318D583-2C70-1E84-E706-3341F0680EC1}"/>
          </ac:spMkLst>
        </pc:spChg>
        <pc:spChg chg="add mod">
          <ac:chgData name="Gorentla,Raja R.R." userId="09d298d5-62a8-4e0b-a2ef-0d6382d6701c" providerId="ADAL" clId="{50651A6A-088E-49FC-B415-85B4F2981702}" dt="2024-12-14T18:22:23.545" v="528" actId="1076"/>
          <ac:spMkLst>
            <pc:docMk/>
            <pc:sldMk cId="1292232153" sldId="768"/>
            <ac:spMk id="9" creationId="{90B38BCA-BE8F-7963-69F3-C64A44443415}"/>
          </ac:spMkLst>
        </pc:spChg>
        <pc:spChg chg="mod">
          <ac:chgData name="Gorentla,Raja R.R." userId="09d298d5-62a8-4e0b-a2ef-0d6382d6701c" providerId="ADAL" clId="{50651A6A-088E-49FC-B415-85B4F2981702}" dt="2024-12-14T18:10:08.108" v="517" actId="14100"/>
          <ac:spMkLst>
            <pc:docMk/>
            <pc:sldMk cId="1292232153" sldId="768"/>
            <ac:spMk id="12" creationId="{B5184576-944A-B87D-C264-78E1D3AB737E}"/>
          </ac:spMkLst>
        </pc:spChg>
      </pc:sldChg>
      <pc:sldChg chg="addSp modSp add mod modAnim modNotesTx">
        <pc:chgData name="Gorentla,Raja R.R." userId="09d298d5-62a8-4e0b-a2ef-0d6382d6701c" providerId="ADAL" clId="{50651A6A-088E-49FC-B415-85B4F2981702}" dt="2024-12-14T18:55:15.442" v="1015" actId="20577"/>
        <pc:sldMkLst>
          <pc:docMk/>
          <pc:sldMk cId="3039144842" sldId="769"/>
        </pc:sldMkLst>
        <pc:spChg chg="add mod">
          <ac:chgData name="Gorentla,Raja R.R." userId="09d298d5-62a8-4e0b-a2ef-0d6382d6701c" providerId="ADAL" clId="{50651A6A-088E-49FC-B415-85B4F2981702}" dt="2024-12-14T18:00:56.961" v="321"/>
          <ac:spMkLst>
            <pc:docMk/>
            <pc:sldMk cId="3039144842" sldId="769"/>
            <ac:spMk id="2" creationId="{EE005AF1-8E75-305B-84F0-BB3039E34017}"/>
          </ac:spMkLst>
        </pc:spChg>
        <pc:spChg chg="mod">
          <ac:chgData name="Gorentla,Raja R.R." userId="09d298d5-62a8-4e0b-a2ef-0d6382d6701c" providerId="ADAL" clId="{50651A6A-088E-49FC-B415-85B4F2981702}" dt="2024-12-14T18:02:48.880" v="336" actId="20577"/>
          <ac:spMkLst>
            <pc:docMk/>
            <pc:sldMk cId="3039144842" sldId="769"/>
            <ac:spMk id="4" creationId="{E8FD232C-EE74-88A2-CBC1-5FEF02B9CC6A}"/>
          </ac:spMkLst>
        </pc:spChg>
        <pc:spChg chg="add mod">
          <ac:chgData name="Gorentla,Raja R.R." userId="09d298d5-62a8-4e0b-a2ef-0d6382d6701c" providerId="ADAL" clId="{50651A6A-088E-49FC-B415-85B4F2981702}" dt="2024-12-14T18:01:31.871" v="325" actId="14100"/>
          <ac:spMkLst>
            <pc:docMk/>
            <pc:sldMk cId="3039144842" sldId="769"/>
            <ac:spMk id="5" creationId="{1DE57F76-AA1E-D8FF-86C5-3EBDD7F0A8BC}"/>
          </ac:spMkLst>
        </pc:spChg>
        <pc:spChg chg="add mod">
          <ac:chgData name="Gorentla,Raja R.R." userId="09d298d5-62a8-4e0b-a2ef-0d6382d6701c" providerId="ADAL" clId="{50651A6A-088E-49FC-B415-85B4F2981702}" dt="2024-12-14T18:55:15.442" v="1015" actId="20577"/>
          <ac:spMkLst>
            <pc:docMk/>
            <pc:sldMk cId="3039144842" sldId="769"/>
            <ac:spMk id="6" creationId="{ADECD37E-882B-DE41-391F-78DF3342EFB1}"/>
          </ac:spMkLst>
        </pc:spChg>
        <pc:spChg chg="add mod">
          <ac:chgData name="Gorentla,Raja R.R." userId="09d298d5-62a8-4e0b-a2ef-0d6382d6701c" providerId="ADAL" clId="{50651A6A-088E-49FC-B415-85B4F2981702}" dt="2024-12-14T18:25:16.005" v="530" actId="1076"/>
          <ac:spMkLst>
            <pc:docMk/>
            <pc:sldMk cId="3039144842" sldId="769"/>
            <ac:spMk id="7" creationId="{DA360E9C-DE67-0D7D-5667-6ECEF5E3875B}"/>
          </ac:spMkLst>
        </pc:spChg>
        <pc:spChg chg="mod">
          <ac:chgData name="Gorentla,Raja R.R." userId="09d298d5-62a8-4e0b-a2ef-0d6382d6701c" providerId="ADAL" clId="{50651A6A-088E-49FC-B415-85B4F2981702}" dt="2024-12-14T18:25:28.079" v="531" actId="14100"/>
          <ac:spMkLst>
            <pc:docMk/>
            <pc:sldMk cId="3039144842" sldId="769"/>
            <ac:spMk id="12" creationId="{F76EC078-3C17-2AB1-366A-6964DC02A520}"/>
          </ac:spMkLst>
        </pc:spChg>
      </pc:sldChg>
      <pc:sldChg chg="addSp modSp add mod">
        <pc:chgData name="Gorentla,Raja R.R." userId="09d298d5-62a8-4e0b-a2ef-0d6382d6701c" providerId="ADAL" clId="{50651A6A-088E-49FC-B415-85B4F2981702}" dt="2024-12-14T18:54:34.701" v="1014" actId="6549"/>
        <pc:sldMkLst>
          <pc:docMk/>
          <pc:sldMk cId="2733683999" sldId="770"/>
        </pc:sldMkLst>
        <pc:spChg chg="mod">
          <ac:chgData name="Gorentla,Raja R.R." userId="09d298d5-62a8-4e0b-a2ef-0d6382d6701c" providerId="ADAL" clId="{50651A6A-088E-49FC-B415-85B4F2981702}" dt="2024-12-14T18:54:34.701" v="1014" actId="6549"/>
          <ac:spMkLst>
            <pc:docMk/>
            <pc:sldMk cId="2733683999" sldId="770"/>
            <ac:spMk id="4" creationId="{B9475A3F-371C-27DD-C45F-78D22A3B6357}"/>
          </ac:spMkLst>
        </pc:spChg>
        <pc:spChg chg="mod">
          <ac:chgData name="Gorentla,Raja R.R." userId="09d298d5-62a8-4e0b-a2ef-0d6382d6701c" providerId="ADAL" clId="{50651A6A-088E-49FC-B415-85B4F2981702}" dt="2024-12-14T17:55:09.263" v="212" actId="20577"/>
          <ac:spMkLst>
            <pc:docMk/>
            <pc:sldMk cId="2733683999" sldId="770"/>
            <ac:spMk id="12" creationId="{560C0C6F-0AE7-F3E2-A794-F0384B541637}"/>
          </ac:spMkLst>
        </pc:spChg>
        <pc:picChg chg="add mod">
          <ac:chgData name="Gorentla,Raja R.R." userId="09d298d5-62a8-4e0b-a2ef-0d6382d6701c" providerId="ADAL" clId="{50651A6A-088E-49FC-B415-85B4F2981702}" dt="2024-12-14T17:47:19.312" v="136" actId="1076"/>
          <ac:picMkLst>
            <pc:docMk/>
            <pc:sldMk cId="2733683999" sldId="770"/>
            <ac:picMk id="2" creationId="{B97690EC-D93F-E3A0-D8D6-05AF4A70AB6C}"/>
          </ac:picMkLst>
        </pc:picChg>
      </pc:sldChg>
      <pc:sldChg chg="addSp modSp add mod">
        <pc:chgData name="Gorentla,Raja R.R." userId="09d298d5-62a8-4e0b-a2ef-0d6382d6701c" providerId="ADAL" clId="{50651A6A-088E-49FC-B415-85B4F2981702}" dt="2024-12-14T17:54:33.084" v="183" actId="20577"/>
        <pc:sldMkLst>
          <pc:docMk/>
          <pc:sldMk cId="2419634747" sldId="771"/>
        </pc:sldMkLst>
        <pc:spChg chg="mod">
          <ac:chgData name="Gorentla,Raja R.R." userId="09d298d5-62a8-4e0b-a2ef-0d6382d6701c" providerId="ADAL" clId="{50651A6A-088E-49FC-B415-85B4F2981702}" dt="2024-12-14T17:53:41.040" v="153" actId="5793"/>
          <ac:spMkLst>
            <pc:docMk/>
            <pc:sldMk cId="2419634747" sldId="771"/>
            <ac:spMk id="4" creationId="{0F15658C-F0D0-F601-5B94-046D00AD24CC}"/>
          </ac:spMkLst>
        </pc:spChg>
        <pc:spChg chg="mod">
          <ac:chgData name="Gorentla,Raja R.R." userId="09d298d5-62a8-4e0b-a2ef-0d6382d6701c" providerId="ADAL" clId="{50651A6A-088E-49FC-B415-85B4F2981702}" dt="2024-12-14T17:54:33.084" v="183" actId="20577"/>
          <ac:spMkLst>
            <pc:docMk/>
            <pc:sldMk cId="2419634747" sldId="771"/>
            <ac:spMk id="12" creationId="{379A7994-BD6D-3E8D-5E90-EA989F69358D}"/>
          </ac:spMkLst>
        </pc:spChg>
        <pc:picChg chg="add mod">
          <ac:chgData name="Gorentla,Raja R.R." userId="09d298d5-62a8-4e0b-a2ef-0d6382d6701c" providerId="ADAL" clId="{50651A6A-088E-49FC-B415-85B4F2981702}" dt="2024-12-14T17:46:38.978" v="132" actId="1076"/>
          <ac:picMkLst>
            <pc:docMk/>
            <pc:sldMk cId="2419634747" sldId="771"/>
            <ac:picMk id="2" creationId="{5FF019AA-91ED-8245-E3CF-53079892768A}"/>
          </ac:picMkLst>
        </pc:picChg>
      </pc:sldChg>
      <pc:sldChg chg="addSp delSp modSp add mod">
        <pc:chgData name="Gorentla,Raja R.R." userId="09d298d5-62a8-4e0b-a2ef-0d6382d6701c" providerId="ADAL" clId="{50651A6A-088E-49FC-B415-85B4F2981702}" dt="2024-12-14T18:44:04.155" v="864" actId="20577"/>
        <pc:sldMkLst>
          <pc:docMk/>
          <pc:sldMk cId="742843182" sldId="772"/>
        </pc:sldMkLst>
        <pc:spChg chg="del mod">
          <ac:chgData name="Gorentla,Raja R.R." userId="09d298d5-62a8-4e0b-a2ef-0d6382d6701c" providerId="ADAL" clId="{50651A6A-088E-49FC-B415-85B4F2981702}" dt="2024-12-14T18:42:03.878" v="810" actId="478"/>
          <ac:spMkLst>
            <pc:docMk/>
            <pc:sldMk cId="742843182" sldId="772"/>
            <ac:spMk id="4" creationId="{657098D7-99FB-0ACA-8FF2-4539B1F6D895}"/>
          </ac:spMkLst>
        </pc:spChg>
        <pc:spChg chg="mod">
          <ac:chgData name="Gorentla,Raja R.R." userId="09d298d5-62a8-4e0b-a2ef-0d6382d6701c" providerId="ADAL" clId="{50651A6A-088E-49FC-B415-85B4F2981702}" dt="2024-12-14T18:44:04.155" v="864" actId="20577"/>
          <ac:spMkLst>
            <pc:docMk/>
            <pc:sldMk cId="742843182" sldId="772"/>
            <ac:spMk id="12" creationId="{7E562A0B-17BE-1F7D-C235-14244C7B4D50}"/>
          </ac:spMkLst>
        </pc:spChg>
        <pc:grpChg chg="del">
          <ac:chgData name="Gorentla,Raja R.R." userId="09d298d5-62a8-4e0b-a2ef-0d6382d6701c" providerId="ADAL" clId="{50651A6A-088E-49FC-B415-85B4F2981702}" dt="2024-12-14T18:37:00.859" v="744" actId="478"/>
          <ac:grpSpMkLst>
            <pc:docMk/>
            <pc:sldMk cId="742843182" sldId="772"/>
            <ac:grpSpMk id="2" creationId="{893B4CF0-59E4-96F6-4136-51E03F899BA9}"/>
          </ac:grpSpMkLst>
        </pc:grpChg>
        <pc:graphicFrameChg chg="add mod modGraphic">
          <ac:chgData name="Gorentla,Raja R.R." userId="09d298d5-62a8-4e0b-a2ef-0d6382d6701c" providerId="ADAL" clId="{50651A6A-088E-49FC-B415-85B4F2981702}" dt="2024-12-14T18:41:51.088" v="805" actId="14734"/>
          <ac:graphicFrameMkLst>
            <pc:docMk/>
            <pc:sldMk cId="742843182" sldId="772"/>
            <ac:graphicFrameMk id="7" creationId="{C29D8406-8E85-ACB8-3CF1-E0024C8A523E}"/>
          </ac:graphicFrameMkLst>
        </pc:graphicFrameChg>
        <pc:graphicFrameChg chg="add mod modGraphic">
          <ac:chgData name="Gorentla,Raja R.R." userId="09d298d5-62a8-4e0b-a2ef-0d6382d6701c" providerId="ADAL" clId="{50651A6A-088E-49FC-B415-85B4F2981702}" dt="2024-12-14T18:42:59.868" v="818" actId="14100"/>
          <ac:graphicFrameMkLst>
            <pc:docMk/>
            <pc:sldMk cId="742843182" sldId="772"/>
            <ac:graphicFrameMk id="8" creationId="{93452B5F-5791-8079-3CD0-9B97930A25F5}"/>
          </ac:graphicFrameMkLst>
        </pc:graphicFrameChg>
      </pc:sldChg>
      <pc:sldChg chg="addSp modSp add mod">
        <pc:chgData name="Gorentla,Raja R.R." userId="09d298d5-62a8-4e0b-a2ef-0d6382d6701c" providerId="ADAL" clId="{50651A6A-088E-49FC-B415-85B4F2981702}" dt="2024-12-14T18:47:08.707" v="903" actId="20577"/>
        <pc:sldMkLst>
          <pc:docMk/>
          <pc:sldMk cId="3897701503" sldId="773"/>
        </pc:sldMkLst>
        <pc:spChg chg="mod">
          <ac:chgData name="Gorentla,Raja R.R." userId="09d298d5-62a8-4e0b-a2ef-0d6382d6701c" providerId="ADAL" clId="{50651A6A-088E-49FC-B415-85B4F2981702}" dt="2024-12-14T18:47:08.707" v="903" actId="20577"/>
          <ac:spMkLst>
            <pc:docMk/>
            <pc:sldMk cId="3897701503" sldId="773"/>
            <ac:spMk id="4" creationId="{D13E3842-374E-5779-6652-0F87C1974283}"/>
          </ac:spMkLst>
        </pc:spChg>
        <pc:spChg chg="mod">
          <ac:chgData name="Gorentla,Raja R.R." userId="09d298d5-62a8-4e0b-a2ef-0d6382d6701c" providerId="ADAL" clId="{50651A6A-088E-49FC-B415-85B4F2981702}" dt="2024-12-14T18:45:36.614" v="893" actId="20577"/>
          <ac:spMkLst>
            <pc:docMk/>
            <pc:sldMk cId="3897701503" sldId="773"/>
            <ac:spMk id="12" creationId="{D72ABC1C-C777-7A7F-066E-8C085EE72CE6}"/>
          </ac:spMkLst>
        </pc:spChg>
        <pc:picChg chg="add mod">
          <ac:chgData name="Gorentla,Raja R.R." userId="09d298d5-62a8-4e0b-a2ef-0d6382d6701c" providerId="ADAL" clId="{50651A6A-088E-49FC-B415-85B4F2981702}" dt="2024-12-14T18:46:13.124" v="895" actId="1076"/>
          <ac:picMkLst>
            <pc:docMk/>
            <pc:sldMk cId="3897701503" sldId="773"/>
            <ac:picMk id="2" creationId="{75498585-4BA1-D0D6-90CC-F41763D56275}"/>
          </ac:picMkLst>
        </pc:picChg>
      </pc:sldChg>
      <pc:sldChg chg="addSp delSp modSp add mod modAnim">
        <pc:chgData name="Gorentla,Raja R.R." userId="09d298d5-62a8-4e0b-a2ef-0d6382d6701c" providerId="ADAL" clId="{50651A6A-088E-49FC-B415-85B4F2981702}" dt="2025-01-14T08:12:51.434" v="1472" actId="478"/>
        <pc:sldMkLst>
          <pc:docMk/>
          <pc:sldMk cId="2474568342" sldId="774"/>
        </pc:sldMkLst>
        <pc:spChg chg="add mod">
          <ac:chgData name="Gorentla,Raja R.R." userId="09d298d5-62a8-4e0b-a2ef-0d6382d6701c" providerId="ADAL" clId="{50651A6A-088E-49FC-B415-85B4F2981702}" dt="2025-01-14T08:12:32.527" v="1469" actId="20577"/>
          <ac:spMkLst>
            <pc:docMk/>
            <pc:sldMk cId="2474568342" sldId="774"/>
            <ac:spMk id="2" creationId="{3FC4D64C-4A14-945F-DEB9-AB4A4380D448}"/>
          </ac:spMkLst>
        </pc:spChg>
        <pc:spChg chg="del mod">
          <ac:chgData name="Gorentla,Raja R.R." userId="09d298d5-62a8-4e0b-a2ef-0d6382d6701c" providerId="ADAL" clId="{50651A6A-088E-49FC-B415-85B4F2981702}" dt="2025-01-14T08:12:51.434" v="1472" actId="478"/>
          <ac:spMkLst>
            <pc:docMk/>
            <pc:sldMk cId="2474568342" sldId="774"/>
            <ac:spMk id="4" creationId="{03B4F289-81AB-F0F5-403B-C134B8EBF14A}"/>
          </ac:spMkLst>
        </pc:spChg>
        <pc:spChg chg="add mod">
          <ac:chgData name="Gorentla,Raja R.R." userId="09d298d5-62a8-4e0b-a2ef-0d6382d6701c" providerId="ADAL" clId="{50651A6A-088E-49FC-B415-85B4F2981702}" dt="2025-01-13T19:57:31.050" v="1039"/>
          <ac:spMkLst>
            <pc:docMk/>
            <pc:sldMk cId="2474568342" sldId="774"/>
            <ac:spMk id="5" creationId="{66345EEC-73D2-D113-1FDE-C32BA867207A}"/>
          </ac:spMkLst>
        </pc:spChg>
        <pc:spChg chg="add mod">
          <ac:chgData name="Gorentla,Raja R.R." userId="09d298d5-62a8-4e0b-a2ef-0d6382d6701c" providerId="ADAL" clId="{50651A6A-088E-49FC-B415-85B4F2981702}" dt="2025-01-14T08:12:17.827" v="1467" actId="1076"/>
          <ac:spMkLst>
            <pc:docMk/>
            <pc:sldMk cId="2474568342" sldId="774"/>
            <ac:spMk id="6" creationId="{39742416-62D7-CD7E-C654-E85A7497A4F8}"/>
          </ac:spMkLst>
        </pc:spChg>
        <pc:spChg chg="add del mod">
          <ac:chgData name="Gorentla,Raja R.R." userId="09d298d5-62a8-4e0b-a2ef-0d6382d6701c" providerId="ADAL" clId="{50651A6A-088E-49FC-B415-85B4F2981702}" dt="2025-01-13T19:58:28.739" v="1044" actId="478"/>
          <ac:spMkLst>
            <pc:docMk/>
            <pc:sldMk cId="2474568342" sldId="774"/>
            <ac:spMk id="7" creationId="{AE7EF79C-7B67-BFBE-B15B-4108C93DE2D4}"/>
          </ac:spMkLst>
        </pc:spChg>
        <pc:spChg chg="add mod">
          <ac:chgData name="Gorentla,Raja R.R." userId="09d298d5-62a8-4e0b-a2ef-0d6382d6701c" providerId="ADAL" clId="{50651A6A-088E-49FC-B415-85B4F2981702}" dt="2025-01-14T08:12:46.461" v="1471" actId="1076"/>
          <ac:spMkLst>
            <pc:docMk/>
            <pc:sldMk cId="2474568342" sldId="774"/>
            <ac:spMk id="8" creationId="{900EB90B-965A-1437-1339-71285C5835CF}"/>
          </ac:spMkLst>
        </pc:spChg>
        <pc:spChg chg="add mod">
          <ac:chgData name="Gorentla,Raja R.R." userId="09d298d5-62a8-4e0b-a2ef-0d6382d6701c" providerId="ADAL" clId="{50651A6A-088E-49FC-B415-85B4F2981702}" dt="2025-01-13T20:31:30.176" v="1201" actId="14100"/>
          <ac:spMkLst>
            <pc:docMk/>
            <pc:sldMk cId="2474568342" sldId="774"/>
            <ac:spMk id="9" creationId="{6D555C33-6332-CE5F-F529-54C3860D6FC9}"/>
          </ac:spMkLst>
        </pc:spChg>
        <pc:spChg chg="add mod">
          <ac:chgData name="Gorentla,Raja R.R." userId="09d298d5-62a8-4e0b-a2ef-0d6382d6701c" providerId="ADAL" clId="{50651A6A-088E-49FC-B415-85B4F2981702}" dt="2025-01-13T20:29:00.269" v="1186"/>
          <ac:spMkLst>
            <pc:docMk/>
            <pc:sldMk cId="2474568342" sldId="774"/>
            <ac:spMk id="10" creationId="{091E59AE-447E-7BB6-63DE-A6EF0D03791C}"/>
          </ac:spMkLst>
        </pc:spChg>
        <pc:spChg chg="mod">
          <ac:chgData name="Gorentla,Raja R.R." userId="09d298d5-62a8-4e0b-a2ef-0d6382d6701c" providerId="ADAL" clId="{50651A6A-088E-49FC-B415-85B4F2981702}" dt="2025-01-13T19:55:10.915" v="1033" actId="20577"/>
          <ac:spMkLst>
            <pc:docMk/>
            <pc:sldMk cId="2474568342" sldId="774"/>
            <ac:spMk id="12" creationId="{6258081A-701A-84BE-8BB1-0B143D47AD92}"/>
          </ac:spMkLst>
        </pc:spChg>
      </pc:sldChg>
      <pc:sldChg chg="addSp delSp modSp add mod delAnim modAnim">
        <pc:chgData name="Gorentla,Raja R.R." userId="09d298d5-62a8-4e0b-a2ef-0d6382d6701c" providerId="ADAL" clId="{50651A6A-088E-49FC-B415-85B4F2981702}" dt="2025-01-13T21:19:02.596" v="1449" actId="1076"/>
        <pc:sldMkLst>
          <pc:docMk/>
          <pc:sldMk cId="419114866" sldId="775"/>
        </pc:sldMkLst>
        <pc:spChg chg="add mod">
          <ac:chgData name="Gorentla,Raja R.R." userId="09d298d5-62a8-4e0b-a2ef-0d6382d6701c" providerId="ADAL" clId="{50651A6A-088E-49FC-B415-85B4F2981702}" dt="2025-01-13T21:18:53.402" v="1448" actId="14100"/>
          <ac:spMkLst>
            <pc:docMk/>
            <pc:sldMk cId="419114866" sldId="775"/>
            <ac:spMk id="2" creationId="{F2EB84DD-31F3-C974-F8FC-854E9108A039}"/>
          </ac:spMkLst>
        </pc:spChg>
        <pc:spChg chg="del mod">
          <ac:chgData name="Gorentla,Raja R.R." userId="09d298d5-62a8-4e0b-a2ef-0d6382d6701c" providerId="ADAL" clId="{50651A6A-088E-49FC-B415-85B4F2981702}" dt="2025-01-13T20:36:14.769" v="1230" actId="478"/>
          <ac:spMkLst>
            <pc:docMk/>
            <pc:sldMk cId="419114866" sldId="775"/>
            <ac:spMk id="4" creationId="{A1DCC15A-2447-373A-9457-399D8D81F1A3}"/>
          </ac:spMkLst>
        </pc:spChg>
        <pc:spChg chg="add mod">
          <ac:chgData name="Gorentla,Raja R.R." userId="09d298d5-62a8-4e0b-a2ef-0d6382d6701c" providerId="ADAL" clId="{50651A6A-088E-49FC-B415-85B4F2981702}" dt="2025-01-13T20:34:04.470" v="1221" actId="1076"/>
          <ac:spMkLst>
            <pc:docMk/>
            <pc:sldMk cId="419114866" sldId="775"/>
            <ac:spMk id="5" creationId="{9C0A722A-0B2D-EA0F-E621-6F109D1D3E35}"/>
          </ac:spMkLst>
        </pc:spChg>
        <pc:spChg chg="add del mod">
          <ac:chgData name="Gorentla,Raja R.R." userId="09d298d5-62a8-4e0b-a2ef-0d6382d6701c" providerId="ADAL" clId="{50651A6A-088E-49FC-B415-85B4F2981702}" dt="2025-01-13T20:35:57.429" v="1227" actId="478"/>
          <ac:spMkLst>
            <pc:docMk/>
            <pc:sldMk cId="419114866" sldId="775"/>
            <ac:spMk id="6" creationId="{7749949A-0A6E-94A1-A641-0F02E7844B51}"/>
          </ac:spMkLst>
        </pc:spChg>
        <pc:spChg chg="add mod">
          <ac:chgData name="Gorentla,Raja R.R." userId="09d298d5-62a8-4e0b-a2ef-0d6382d6701c" providerId="ADAL" clId="{50651A6A-088E-49FC-B415-85B4F2981702}" dt="2025-01-13T20:34:56.856" v="1226"/>
          <ac:spMkLst>
            <pc:docMk/>
            <pc:sldMk cId="419114866" sldId="775"/>
            <ac:spMk id="7" creationId="{12DEA3F5-483E-C1C2-594B-F4D781DE6ED2}"/>
          </ac:spMkLst>
        </pc:spChg>
        <pc:spChg chg="add mod">
          <ac:chgData name="Gorentla,Raja R.R." userId="09d298d5-62a8-4e0b-a2ef-0d6382d6701c" providerId="ADAL" clId="{50651A6A-088E-49FC-B415-85B4F2981702}" dt="2025-01-13T21:19:02.596" v="1449" actId="1076"/>
          <ac:spMkLst>
            <pc:docMk/>
            <pc:sldMk cId="419114866" sldId="775"/>
            <ac:spMk id="8" creationId="{78F1A5F9-2D49-E0A7-2D6B-FD8C1B8B6AA3}"/>
          </ac:spMkLst>
        </pc:spChg>
        <pc:spChg chg="mod">
          <ac:chgData name="Gorentla,Raja R.R." userId="09d298d5-62a8-4e0b-a2ef-0d6382d6701c" providerId="ADAL" clId="{50651A6A-088E-49FC-B415-85B4F2981702}" dt="2025-01-13T20:32:08.865" v="1216" actId="20577"/>
          <ac:spMkLst>
            <pc:docMk/>
            <pc:sldMk cId="419114866" sldId="775"/>
            <ac:spMk id="12" creationId="{E31F14C5-4D0D-966F-DEAC-E6E6158748D8}"/>
          </ac:spMkLst>
        </pc:spChg>
      </pc:sldChg>
      <pc:sldChg chg="addSp delSp modSp add mod delAnim modAnim">
        <pc:chgData name="Gorentla,Raja R.R." userId="09d298d5-62a8-4e0b-a2ef-0d6382d6701c" providerId="ADAL" clId="{50651A6A-088E-49FC-B415-85B4F2981702}" dt="2025-01-14T08:16:02.145" v="1474" actId="6549"/>
        <pc:sldMkLst>
          <pc:docMk/>
          <pc:sldMk cId="1078887307" sldId="776"/>
        </pc:sldMkLst>
        <pc:spChg chg="add mod">
          <ac:chgData name="Gorentla,Raja R.R." userId="09d298d5-62a8-4e0b-a2ef-0d6382d6701c" providerId="ADAL" clId="{50651A6A-088E-49FC-B415-85B4F2981702}" dt="2025-01-13T21:18:15.427" v="1430" actId="14100"/>
          <ac:spMkLst>
            <pc:docMk/>
            <pc:sldMk cId="1078887307" sldId="776"/>
            <ac:spMk id="2" creationId="{DCBCEED7-6F4A-FBA6-1597-4DEBED4D6AA5}"/>
          </ac:spMkLst>
        </pc:spChg>
        <pc:spChg chg="mod">
          <ac:chgData name="Gorentla,Raja R.R." userId="09d298d5-62a8-4e0b-a2ef-0d6382d6701c" providerId="ADAL" clId="{50651A6A-088E-49FC-B415-85B4F2981702}" dt="2025-01-13T20:30:45.601" v="1196" actId="6549"/>
          <ac:spMkLst>
            <pc:docMk/>
            <pc:sldMk cId="1078887307" sldId="776"/>
            <ac:spMk id="4" creationId="{D480D074-3785-A980-8C5F-8585D3FF057D}"/>
          </ac:spMkLst>
        </pc:spChg>
        <pc:spChg chg="add mod">
          <ac:chgData name="Gorentla,Raja R.R." userId="09d298d5-62a8-4e0b-a2ef-0d6382d6701c" providerId="ADAL" clId="{50651A6A-088E-49FC-B415-85B4F2981702}" dt="2025-01-13T20:25:25.540" v="1172" actId="1076"/>
          <ac:spMkLst>
            <pc:docMk/>
            <pc:sldMk cId="1078887307" sldId="776"/>
            <ac:spMk id="5" creationId="{BB2720D7-1072-960A-AA70-D7A0879FE19F}"/>
          </ac:spMkLst>
        </pc:spChg>
        <pc:spChg chg="add mod">
          <ac:chgData name="Gorentla,Raja R.R." userId="09d298d5-62a8-4e0b-a2ef-0d6382d6701c" providerId="ADAL" clId="{50651A6A-088E-49FC-B415-85B4F2981702}" dt="2025-01-13T20:25:45.478" v="1173"/>
          <ac:spMkLst>
            <pc:docMk/>
            <pc:sldMk cId="1078887307" sldId="776"/>
            <ac:spMk id="6" creationId="{5D691961-3861-FEB0-2BF4-DF4103D5D77D}"/>
          </ac:spMkLst>
        </pc:spChg>
        <pc:spChg chg="add del mod">
          <ac:chgData name="Gorentla,Raja R.R." userId="09d298d5-62a8-4e0b-a2ef-0d6382d6701c" providerId="ADAL" clId="{50651A6A-088E-49FC-B415-85B4F2981702}" dt="2025-01-13T20:27:53.617" v="1183" actId="478"/>
          <ac:spMkLst>
            <pc:docMk/>
            <pc:sldMk cId="1078887307" sldId="776"/>
            <ac:spMk id="7" creationId="{6F91EDEE-6BC3-E185-A4F6-AB8F24AFB7C7}"/>
          </ac:spMkLst>
        </pc:spChg>
        <pc:spChg chg="add mod">
          <ac:chgData name="Gorentla,Raja R.R." userId="09d298d5-62a8-4e0b-a2ef-0d6382d6701c" providerId="ADAL" clId="{50651A6A-088E-49FC-B415-85B4F2981702}" dt="2025-01-14T08:16:02.145" v="1474" actId="6549"/>
          <ac:spMkLst>
            <pc:docMk/>
            <pc:sldMk cId="1078887307" sldId="776"/>
            <ac:spMk id="8" creationId="{09E61010-94C4-F1D2-A717-5867177D66B7}"/>
          </ac:spMkLst>
        </pc:spChg>
        <pc:spChg chg="add mod">
          <ac:chgData name="Gorentla,Raja R.R." userId="09d298d5-62a8-4e0b-a2ef-0d6382d6701c" providerId="ADAL" clId="{50651A6A-088E-49FC-B415-85B4F2981702}" dt="2025-01-13T20:31:13.033" v="1200" actId="14100"/>
          <ac:spMkLst>
            <pc:docMk/>
            <pc:sldMk cId="1078887307" sldId="776"/>
            <ac:spMk id="9" creationId="{99B705FD-6BEC-ACC4-8DE8-6CC3F7DEB8BA}"/>
          </ac:spMkLst>
        </pc:spChg>
        <pc:spChg chg="mod">
          <ac:chgData name="Gorentla,Raja R.R." userId="09d298d5-62a8-4e0b-a2ef-0d6382d6701c" providerId="ADAL" clId="{50651A6A-088E-49FC-B415-85B4F2981702}" dt="2025-01-13T20:23:48.313" v="1167" actId="20577"/>
          <ac:spMkLst>
            <pc:docMk/>
            <pc:sldMk cId="1078887307" sldId="776"/>
            <ac:spMk id="12" creationId="{D773B791-F3E9-6414-19E1-9F1D838AE907}"/>
          </ac:spMkLst>
        </pc:spChg>
      </pc:sldChg>
      <pc:sldChg chg="addSp delSp modSp add mod modAnim">
        <pc:chgData name="Gorentla,Raja R.R." userId="09d298d5-62a8-4e0b-a2ef-0d6382d6701c" providerId="ADAL" clId="{50651A6A-088E-49FC-B415-85B4F2981702}" dt="2025-01-14T08:21:27.186" v="1599" actId="14100"/>
        <pc:sldMkLst>
          <pc:docMk/>
          <pc:sldMk cId="3648826257" sldId="777"/>
        </pc:sldMkLst>
        <pc:spChg chg="add mod">
          <ac:chgData name="Gorentla,Raja R.R." userId="09d298d5-62a8-4e0b-a2ef-0d6382d6701c" providerId="ADAL" clId="{50651A6A-088E-49FC-B415-85B4F2981702}" dt="2025-01-14T08:21:27.186" v="1599" actId="14100"/>
          <ac:spMkLst>
            <pc:docMk/>
            <pc:sldMk cId="3648826257" sldId="777"/>
            <ac:spMk id="2" creationId="{405128F5-6A64-50DC-7D03-4535A7B1346F}"/>
          </ac:spMkLst>
        </pc:spChg>
        <pc:spChg chg="del mod">
          <ac:chgData name="Gorentla,Raja R.R." userId="09d298d5-62a8-4e0b-a2ef-0d6382d6701c" providerId="ADAL" clId="{50651A6A-088E-49FC-B415-85B4F2981702}" dt="2025-01-13T20:45:01.628" v="1322" actId="478"/>
          <ac:spMkLst>
            <pc:docMk/>
            <pc:sldMk cId="3648826257" sldId="777"/>
            <ac:spMk id="4" creationId="{0A3267E8-1B85-57EF-53C4-2B0041CEBE6D}"/>
          </ac:spMkLst>
        </pc:spChg>
        <pc:spChg chg="add mod">
          <ac:chgData name="Gorentla,Raja R.R." userId="09d298d5-62a8-4e0b-a2ef-0d6382d6701c" providerId="ADAL" clId="{50651A6A-088E-49FC-B415-85B4F2981702}" dt="2025-01-13T20:44:08.285" v="1315" actId="1076"/>
          <ac:spMkLst>
            <pc:docMk/>
            <pc:sldMk cId="3648826257" sldId="777"/>
            <ac:spMk id="5" creationId="{FF997AA7-1ACF-0C62-D6E7-536DEBB62D65}"/>
          </ac:spMkLst>
        </pc:spChg>
        <pc:spChg chg="add mod">
          <ac:chgData name="Gorentla,Raja R.R." userId="09d298d5-62a8-4e0b-a2ef-0d6382d6701c" providerId="ADAL" clId="{50651A6A-088E-49FC-B415-85B4F2981702}" dt="2025-01-13T20:45:25.621" v="1325" actId="1076"/>
          <ac:spMkLst>
            <pc:docMk/>
            <pc:sldMk cId="3648826257" sldId="777"/>
            <ac:spMk id="6" creationId="{D3DC501A-2030-7184-8E0E-D29FCC78F450}"/>
          </ac:spMkLst>
        </pc:spChg>
        <pc:spChg chg="add mod">
          <ac:chgData name="Gorentla,Raja R.R." userId="09d298d5-62a8-4e0b-a2ef-0d6382d6701c" providerId="ADAL" clId="{50651A6A-088E-49FC-B415-85B4F2981702}" dt="2025-01-13T20:45:49.967" v="1328" actId="1076"/>
          <ac:spMkLst>
            <pc:docMk/>
            <pc:sldMk cId="3648826257" sldId="777"/>
            <ac:spMk id="7" creationId="{D66DFAFF-F9B7-2151-5100-ACCEC0634804}"/>
          </ac:spMkLst>
        </pc:spChg>
        <pc:spChg chg="mod">
          <ac:chgData name="Gorentla,Raja R.R." userId="09d298d5-62a8-4e0b-a2ef-0d6382d6701c" providerId="ADAL" clId="{50651A6A-088E-49FC-B415-85B4F2981702}" dt="2025-01-14T08:20:59.181" v="1576" actId="20577"/>
          <ac:spMkLst>
            <pc:docMk/>
            <pc:sldMk cId="3648826257" sldId="777"/>
            <ac:spMk id="12" creationId="{6DD84C4A-1EDE-6A41-E6DB-CC032EED395F}"/>
          </ac:spMkLst>
        </pc:spChg>
      </pc:sldChg>
      <pc:sldChg chg="addSp delSp modSp add mod modAnim">
        <pc:chgData name="Gorentla,Raja R.R." userId="09d298d5-62a8-4e0b-a2ef-0d6382d6701c" providerId="ADAL" clId="{50651A6A-088E-49FC-B415-85B4F2981702}" dt="2025-01-14T08:22:11.047" v="1606" actId="14100"/>
        <pc:sldMkLst>
          <pc:docMk/>
          <pc:sldMk cId="776970742" sldId="778"/>
        </pc:sldMkLst>
        <pc:spChg chg="add mod">
          <ac:chgData name="Gorentla,Raja R.R." userId="09d298d5-62a8-4e0b-a2ef-0d6382d6701c" providerId="ADAL" clId="{50651A6A-088E-49FC-B415-85B4F2981702}" dt="2025-01-14T08:22:11.047" v="1606" actId="14100"/>
          <ac:spMkLst>
            <pc:docMk/>
            <pc:sldMk cId="776970742" sldId="778"/>
            <ac:spMk id="2" creationId="{B74C6FFD-FAEA-23AC-65C2-6BBC1E0BA27B}"/>
          </ac:spMkLst>
        </pc:spChg>
        <pc:spChg chg="del mod">
          <ac:chgData name="Gorentla,Raja R.R." userId="09d298d5-62a8-4e0b-a2ef-0d6382d6701c" providerId="ADAL" clId="{50651A6A-088E-49FC-B415-85B4F2981702}" dt="2025-01-13T20:48:59.201" v="1359" actId="478"/>
          <ac:spMkLst>
            <pc:docMk/>
            <pc:sldMk cId="776970742" sldId="778"/>
            <ac:spMk id="4" creationId="{468C6704-F69E-E679-F0EB-70AAB22EFA0B}"/>
          </ac:spMkLst>
        </pc:spChg>
        <pc:spChg chg="add mod">
          <ac:chgData name="Gorentla,Raja R.R." userId="09d298d5-62a8-4e0b-a2ef-0d6382d6701c" providerId="ADAL" clId="{50651A6A-088E-49FC-B415-85B4F2981702}" dt="2025-01-13T20:48:06.863" v="1353" actId="1076"/>
          <ac:spMkLst>
            <pc:docMk/>
            <pc:sldMk cId="776970742" sldId="778"/>
            <ac:spMk id="5" creationId="{4C4AFF8F-B018-D5D9-EA29-6CDC2747AD04}"/>
          </ac:spMkLst>
        </pc:spChg>
        <pc:spChg chg="add mod">
          <ac:chgData name="Gorentla,Raja R.R." userId="09d298d5-62a8-4e0b-a2ef-0d6382d6701c" providerId="ADAL" clId="{50651A6A-088E-49FC-B415-85B4F2981702}" dt="2025-01-13T20:49:46.707" v="1368" actId="20577"/>
          <ac:spMkLst>
            <pc:docMk/>
            <pc:sldMk cId="776970742" sldId="778"/>
            <ac:spMk id="6" creationId="{29CE1C2F-C92B-2E19-5E1F-889E6A8C33F4}"/>
          </ac:spMkLst>
        </pc:spChg>
        <pc:spChg chg="add mod">
          <ac:chgData name="Gorentla,Raja R.R." userId="09d298d5-62a8-4e0b-a2ef-0d6382d6701c" providerId="ADAL" clId="{50651A6A-088E-49FC-B415-85B4F2981702}" dt="2025-01-13T20:49:13.925" v="1363" actId="14100"/>
          <ac:spMkLst>
            <pc:docMk/>
            <pc:sldMk cId="776970742" sldId="778"/>
            <ac:spMk id="7" creationId="{651A7745-376D-B15F-E668-220CD27C8B11}"/>
          </ac:spMkLst>
        </pc:spChg>
        <pc:spChg chg="mod">
          <ac:chgData name="Gorentla,Raja R.R." userId="09d298d5-62a8-4e0b-a2ef-0d6382d6701c" providerId="ADAL" clId="{50651A6A-088E-49FC-B415-85B4F2981702}" dt="2025-01-13T20:47:01.901" v="1349" actId="20577"/>
          <ac:spMkLst>
            <pc:docMk/>
            <pc:sldMk cId="776970742" sldId="778"/>
            <ac:spMk id="12" creationId="{CCD0B6AE-92DB-E1AF-E4F0-3A32BDC89BCF}"/>
          </ac:spMkLst>
        </pc:spChg>
      </pc:sldChg>
      <pc:sldChg chg="addSp modSp add mod">
        <pc:chgData name="Gorentla,Raja R.R." userId="09d298d5-62a8-4e0b-a2ef-0d6382d6701c" providerId="ADAL" clId="{50651A6A-088E-49FC-B415-85B4F2981702}" dt="2025-01-13T20:52:46.085" v="1373" actId="1076"/>
        <pc:sldMkLst>
          <pc:docMk/>
          <pc:sldMk cId="2676147040" sldId="779"/>
        </pc:sldMkLst>
        <pc:spChg chg="add mod">
          <ac:chgData name="Gorentla,Raja R.R." userId="09d298d5-62a8-4e0b-a2ef-0d6382d6701c" providerId="ADAL" clId="{50651A6A-088E-49FC-B415-85B4F2981702}" dt="2025-01-13T20:52:01.249" v="1370" actId="1076"/>
          <ac:spMkLst>
            <pc:docMk/>
            <pc:sldMk cId="2676147040" sldId="779"/>
            <ac:spMk id="2" creationId="{23F51CF5-1F23-53D4-63E0-07121705E411}"/>
          </ac:spMkLst>
        </pc:spChg>
        <pc:spChg chg="add mod">
          <ac:chgData name="Gorentla,Raja R.R." userId="09d298d5-62a8-4e0b-a2ef-0d6382d6701c" providerId="ADAL" clId="{50651A6A-088E-49FC-B415-85B4F2981702}" dt="2025-01-13T20:52:46.085" v="1373" actId="1076"/>
          <ac:spMkLst>
            <pc:docMk/>
            <pc:sldMk cId="2676147040" sldId="779"/>
            <ac:spMk id="6" creationId="{F6837DA4-49D6-369C-6153-9261E0454250}"/>
          </ac:spMkLst>
        </pc:spChg>
      </pc:sldChg>
      <pc:sldChg chg="modSp add mod setBg">
        <pc:chgData name="Gorentla,Raja R.R." userId="09d298d5-62a8-4e0b-a2ef-0d6382d6701c" providerId="ADAL" clId="{50651A6A-088E-49FC-B415-85B4F2981702}" dt="2025-01-13T21:16:09.850" v="1411" actId="20577"/>
        <pc:sldMkLst>
          <pc:docMk/>
          <pc:sldMk cId="2966425648" sldId="780"/>
        </pc:sldMkLst>
        <pc:spChg chg="mod">
          <ac:chgData name="Gorentla,Raja R.R." userId="09d298d5-62a8-4e0b-a2ef-0d6382d6701c" providerId="ADAL" clId="{50651A6A-088E-49FC-B415-85B4F2981702}" dt="2025-01-13T21:15:40.940" v="1399" actId="20577"/>
          <ac:spMkLst>
            <pc:docMk/>
            <pc:sldMk cId="2966425648" sldId="780"/>
            <ac:spMk id="9" creationId="{5E81F278-A1A6-416C-8A06-A77BB6FA7725}"/>
          </ac:spMkLst>
        </pc:spChg>
        <pc:spChg chg="mod">
          <ac:chgData name="Gorentla,Raja R.R." userId="09d298d5-62a8-4e0b-a2ef-0d6382d6701c" providerId="ADAL" clId="{50651A6A-088E-49FC-B415-85B4F2981702}" dt="2025-01-13T21:16:09.850" v="1411" actId="20577"/>
          <ac:spMkLst>
            <pc:docMk/>
            <pc:sldMk cId="2966425648" sldId="780"/>
            <ac:spMk id="12" creationId="{5C991520-9EC9-9C63-FBEA-AAC2DDA68C2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1EC17-C938-4385-A0A1-618AEA3564C1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98218-B07B-409E-B338-E354B9484C3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10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5522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1463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243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5796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1932F-C89E-CADB-7360-6AB15D4A3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3480A70-6C05-80BF-E91C-AA7F262EE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F19C6D3-0964-1320-61A5-24815346D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878C729-4FA2-9B20-DEF1-E35A43ED8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0697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81F6-3A6B-7957-280C-327330ED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E5B0627-1341-5ADC-4990-9FF157329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CE8BECB-538A-3401-BB55-66ADCCD3C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6DC47E-26BE-17F5-7E7C-12712BBB6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5616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EB363-77E3-0E46-86D0-6021140D4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1F37246-ADE5-517F-391D-6A0FB5D5E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24AE75D-2726-BE37-5EB2-89904706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sz="2000" dirty="0"/>
              <a:t>Requirement </a:t>
            </a:r>
            <a:r>
              <a:rPr lang="en-NL" sz="2000" dirty="0">
                <a:sym typeface="Wingdings" panose="05000000000000000000" pitchFamily="2" charset="2"/>
              </a:rPr>
              <a:t>”WHY”</a:t>
            </a:r>
            <a:endParaRPr lang="en-NL" sz="2000" dirty="0"/>
          </a:p>
          <a:p>
            <a:pPr lvl="1"/>
            <a:r>
              <a:rPr lang="en-NL" sz="1800" dirty="0"/>
              <a:t>Why the organisation undertakes the project, needs the system</a:t>
            </a:r>
          </a:p>
          <a:p>
            <a:pPr lvl="1"/>
            <a:r>
              <a:rPr lang="en-NL" sz="1800" dirty="0"/>
              <a:t>Comes from Business Analysis, Business Case or Project vision</a:t>
            </a:r>
          </a:p>
          <a:p>
            <a:pPr lvl="1"/>
            <a:r>
              <a:rPr lang="en-NL" sz="1800" dirty="0"/>
              <a:t>The PROBLEM to solve must be reflected (research question?)</a:t>
            </a:r>
          </a:p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B4CB47-F8BD-050D-94FC-E662595AD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0866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AC955-2273-F47D-7832-4BD1880F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DE69DB3-2FB0-ED17-355C-72F22057E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F9C76D2-3072-6C8A-911C-ECBED66CF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sz="2000" dirty="0"/>
              <a:t>User Requirement </a:t>
            </a:r>
            <a:r>
              <a:rPr lang="en-NL" sz="2000" dirty="0">
                <a:sym typeface="Wingdings" panose="05000000000000000000" pitchFamily="2" charset="2"/>
              </a:rPr>
              <a:t> “WHAT”</a:t>
            </a:r>
            <a:endParaRPr lang="en-NL" sz="2000" dirty="0"/>
          </a:p>
          <a:p>
            <a:pPr lvl="1"/>
            <a:r>
              <a:rPr lang="en-NL" sz="1800" dirty="0"/>
              <a:t>What </a:t>
            </a:r>
            <a:r>
              <a:rPr lang="en-NL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user will be able to </a:t>
            </a:r>
            <a:r>
              <a:rPr lang="en-NL" sz="1800" dirty="0"/>
              <a:t>do with the system (goals/tasks)</a:t>
            </a:r>
          </a:p>
          <a:p>
            <a:pPr lvl="1"/>
            <a:r>
              <a:rPr lang="en-NL" sz="1800" dirty="0"/>
              <a:t>One functionality per requirement</a:t>
            </a:r>
          </a:p>
          <a:p>
            <a:pPr lvl="1"/>
            <a:r>
              <a:rPr lang="en-NL" sz="1800" dirty="0"/>
              <a:t>Related to the Business Requirements</a:t>
            </a:r>
          </a:p>
          <a:p>
            <a:pPr lvl="1"/>
            <a:r>
              <a:rPr lang="en-NL" sz="1800" dirty="0"/>
              <a:t>Difficult, because the user self not always knows what the system/software should do (important role for Business Analyst)</a:t>
            </a:r>
          </a:p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1EA89DF-4DEF-0A52-63EC-FFE998451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7352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F5F3-2A2F-3BE7-A09D-AF8FBE29D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BBB5E69-3A4B-19B6-079D-DD3960255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D53A128-B37D-73C9-5618-D440F296E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sz="2000" dirty="0"/>
              <a:t>System (Functional/Non-function) Requirement </a:t>
            </a:r>
            <a:r>
              <a:rPr lang="en-NL" sz="2000" dirty="0">
                <a:sym typeface="Wingdings" panose="05000000000000000000" pitchFamily="2" charset="2"/>
              </a:rPr>
              <a:t> “HOW”</a:t>
            </a:r>
            <a:endParaRPr lang="en-NL" sz="2000" dirty="0"/>
          </a:p>
          <a:p>
            <a:pPr lvl="1"/>
            <a:r>
              <a:rPr lang="en-NL" sz="1800" dirty="0"/>
              <a:t>Describes what </a:t>
            </a:r>
            <a:r>
              <a:rPr lang="en-NL" sz="1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system shall </a:t>
            </a:r>
            <a:r>
              <a:rPr lang="en-NL" sz="1800" dirty="0"/>
              <a:t>do (must/should/may), and </a:t>
            </a:r>
            <a:br>
              <a:rPr lang="en-NL" sz="1800" dirty="0"/>
            </a:br>
            <a:r>
              <a:rPr lang="en-NL" sz="1800" i="1" dirty="0"/>
              <a:t>what the developer should build</a:t>
            </a:r>
          </a:p>
          <a:p>
            <a:pPr lvl="1"/>
            <a:r>
              <a:rPr lang="en-NL" sz="1800" dirty="0"/>
              <a:t>One functionality per requirement</a:t>
            </a:r>
          </a:p>
          <a:p>
            <a:pPr lvl="1"/>
            <a:r>
              <a:rPr lang="en-NL" sz="1800" dirty="0"/>
              <a:t>Non-functional requirements must be measurable (SMART)</a:t>
            </a:r>
            <a:endParaRPr lang="en-NL" sz="1400" dirty="0"/>
          </a:p>
          <a:p>
            <a:pPr lvl="1"/>
            <a:r>
              <a:rPr lang="en-NL" sz="1800" dirty="0"/>
              <a:t>Related to the Business Requirements</a:t>
            </a:r>
          </a:p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BAC576F-4821-777B-A486-8DDCA8639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5868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F9555-344C-32B6-CCBC-545C7A61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10BD389-9847-27FD-563F-7050485DA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2C708F5-B76F-C413-DFFA-9EF24220F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34C13F2-2F25-7C48-232F-CA90B3812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50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5A7A-9FA6-0023-9F25-C4776EF6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A467B26-CE15-6A9A-9911-91240FF5C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B65382B-0D73-81AB-1248-D48B03C16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273EB1C-FE6F-B67E-81E3-ACBE734D3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9298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1DA71-D0C6-E39F-22CB-02F56D5F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907C35E-5BBB-FA33-FE2F-8C1DEEC72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8C6BBC0-746B-FBD0-CBE8-24DB18A6A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5EBF240-73F2-70AA-49DB-FE04E1537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2897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A7C7B-5B74-0E51-9BA4-57DA00166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2AED297-9448-4D82-4280-497780CA5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2E2031-281E-0B89-08E9-C0EF03AE8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0BE7C42-A4DE-63E3-7253-83A133328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0494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5651A-7952-CFB2-F14C-0687B7B0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AF04068-2A07-B9B4-847A-31209ADDE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A2A6CE1-2A40-1749-F5C0-1A53BE7EA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BA9BEE4-2D6D-72C5-90D3-3154B6FD6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99507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9B8EB-1B8B-485D-3B96-F3D35CFBE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BA8E69E-9386-C38C-853C-2D6E585A8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2CAD832-35BA-F082-8506-87DEFF677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B17A819-E68C-A88B-CD5F-F9382AF80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8931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FADA-3594-BEEC-83E7-0FCA272E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82B7D1F-83AD-027F-B47A-71B7C6C8C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5748F39-A0D2-5835-D6CE-417D63762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AD2CBCB-B1C7-1F2E-B29B-7CE758A0B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2828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20425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B1C35-4E95-D77B-20C5-3E8B74421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D0DC21E-9AD8-C1C4-C29C-80D048FAC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7C27F7E-D10E-1ECA-CA9B-8DB91918E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1CCF46E-1F75-8D86-A586-C2A8107C6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1363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69EC-33A6-E165-6A7A-B3A14F5EB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94D7DE1-6A63-E4E2-D299-9A77E17D8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D7031A3-0F83-C056-7D9A-D7DF01B34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7B060DB-F618-E4FB-EB39-4702CF2D1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50568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BFA9-BF7B-B5DC-B9CF-01815603D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E2577BF-3785-0FF0-695F-AAC69077F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CBCA37D-ED86-48F7-0FCE-F5D6C8875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387A81C-B0F4-AC95-1D94-5B02455FB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98359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98218-B07B-409E-B338-E354B9484C33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314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emf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927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63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135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672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301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bg>
      <p:bgPr>
        <a:solidFill>
          <a:srgbClr val="6632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5600A693-C885-364F-9250-DE9BA64F0A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pic>
        <p:nvPicPr>
          <p:cNvPr id="7" name="Afbeelding 6" descr="Afbeelding met tekst&#10;&#10;Automatisch gegenereerde beschrijving">
            <a:extLst>
              <a:ext uri="{FF2B5EF4-FFF2-40B4-BE49-F238E27FC236}">
                <a16:creationId xmlns:a16="http://schemas.microsoft.com/office/drawing/2014/main" id="{94121380-850F-C748-BAA7-BF4C371BFE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4620127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545976" y="2515393"/>
            <a:ext cx="8529918" cy="1325563"/>
          </a:xfrm>
          <a:solidFill>
            <a:schemeClr val="bg1"/>
          </a:solidFill>
        </p:spPr>
        <p:txBody>
          <a:bodyPr lIns="360000" rIns="360000">
            <a:normAutofit/>
          </a:bodyPr>
          <a:lstStyle>
            <a:lvl1pPr algn="ctr">
              <a:defRPr sz="4000" b="1">
                <a:solidFill>
                  <a:srgbClr val="66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99000CAC-5FED-ED49-9386-766C48BB94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847" y="5508207"/>
            <a:ext cx="1030705" cy="103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0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739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184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761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793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942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pag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60F246EA-2CA6-A949-8C74-EFA4609F56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84548843-C499-E245-95D4-C33008F1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200" y="1867200"/>
            <a:ext cx="11630400" cy="1143000"/>
          </a:xfrm>
          <a:prstGeom prst="rect">
            <a:avLst/>
          </a:prstGeom>
        </p:spPr>
        <p:txBody>
          <a:bodyPr/>
          <a:lstStyle>
            <a:lvl1pPr>
              <a:defRPr cap="all" baseline="0">
                <a:solidFill>
                  <a:schemeClr val="bg1">
                    <a:alpha val="94000"/>
                  </a:schemeClr>
                </a:solidFill>
              </a:defRPr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4" name="Tijdelijke aanduiding voor inhoud 1">
            <a:extLst>
              <a:ext uri="{FF2B5EF4-FFF2-40B4-BE49-F238E27FC236}">
                <a16:creationId xmlns:a16="http://schemas.microsoft.com/office/drawing/2014/main" id="{95FDD6F5-0480-CA47-B912-1C37A36ACC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3201" y="3108960"/>
            <a:ext cx="11630399" cy="2324017"/>
          </a:xfrm>
        </p:spPr>
        <p:txBody>
          <a:bodyPr/>
          <a:lstStyle>
            <a:lvl1pPr>
              <a:buFontTx/>
              <a:buNone/>
              <a:defRPr sz="24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noProof="0" dirty="0"/>
              <a:t>Click to add text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C0CDD49-0FD6-854E-89FF-F346A5A3E3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4400" y="254467"/>
            <a:ext cx="897467" cy="897467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9ED23263-E76C-E54E-98ED-25AF9146A9B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52001" y="206401"/>
            <a:ext cx="1443567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47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p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A8308C1A-2923-C64E-B68B-9EEA862187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651403BA-E744-2547-B84E-67A9F03F5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200" y="1867200"/>
            <a:ext cx="11630400" cy="1143000"/>
          </a:xfrm>
          <a:prstGeom prst="rect">
            <a:avLst/>
          </a:prstGeom>
        </p:spPr>
        <p:txBody>
          <a:bodyPr/>
          <a:lstStyle>
            <a:lvl1pPr>
              <a:defRPr cap="all" baseline="0">
                <a:solidFill>
                  <a:schemeClr val="bg1">
                    <a:alpha val="94000"/>
                  </a:schemeClr>
                </a:solidFill>
              </a:defRPr>
            </a:lvl1pPr>
          </a:lstStyle>
          <a:p>
            <a:r>
              <a:rPr lang="en-GB" noProof="0" dirty="0"/>
              <a:t>TITLE OF PRESENTATION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4035707-CD2A-8545-AD86-35C72830E8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4400" y="254467"/>
            <a:ext cx="897467" cy="897467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F62A3FF3-9AB5-3943-B136-EB5007879CA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52001" y="206401"/>
            <a:ext cx="1443567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370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Sheet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96776A1B-8BE3-374E-8847-A3810285CD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" y="0"/>
            <a:ext cx="12191997" cy="6857997"/>
          </a:xfrm>
          <a:prstGeom prst="rect">
            <a:avLst/>
          </a:prstGeom>
        </p:spPr>
      </p:pic>
      <p:sp>
        <p:nvSpPr>
          <p:cNvPr id="4" name="Tijdelijke aanduiding voor afbeelding 4">
            <a:extLst>
              <a:ext uri="{FF2B5EF4-FFF2-40B4-BE49-F238E27FC236}">
                <a16:creationId xmlns:a16="http://schemas.microsoft.com/office/drawing/2014/main" id="{8AEE0225-7956-3A4F-8287-786BC27D76D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01600"/>
            <a:ext cx="12192000" cy="5476800"/>
          </a:xfrm>
          <a:blipFill>
            <a:blip r:embed="rId3"/>
            <a:stretch>
              <a:fillRect/>
            </a:stretch>
          </a:blipFill>
        </p:spPr>
        <p:txBody>
          <a:bodyPr tIns="1188000" anchor="t" anchorCtr="0"/>
          <a:lstStyle>
            <a:lvl1pPr algn="ctr">
              <a:buNone/>
              <a:defRPr>
                <a:solidFill>
                  <a:srgbClr val="663366"/>
                </a:solidFill>
              </a:defRPr>
            </a:lvl1pPr>
          </a:lstStyle>
          <a:p>
            <a:r>
              <a:rPr lang="en-GB" noProof="0" dirty="0"/>
              <a:t>Make your own Cover Sheet: click on the icon below and add you own picture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84D0319-E68C-0346-9761-783130EF38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50703" y="211201"/>
            <a:ext cx="1443567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57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Sheet-tex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128E000C-8FB7-9C49-BE79-9D80E18CE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989957" y="6173788"/>
            <a:ext cx="8486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C1A7FFB-7E9A-E347-8F80-8E2C647B3625}" type="slidenum">
              <a:rPr lang="nl-NL"/>
              <a:pPr/>
              <a:t>‹#›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989957" y="1516800"/>
            <a:ext cx="9921237" cy="11430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Title of presentation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989956" y="2726400"/>
            <a:ext cx="9921239" cy="3379200"/>
          </a:xfrm>
        </p:spPr>
        <p:txBody>
          <a:bodyPr/>
          <a:lstStyle>
            <a:lvl1pPr>
              <a:defRPr sz="3200">
                <a:latin typeface="Arial"/>
                <a:cs typeface="Arial"/>
              </a:defRPr>
            </a:lvl1pPr>
            <a:lvl2pPr>
              <a:defRPr sz="2667"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11712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Sheet-tex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AF0156F6-E8ED-5348-BC5C-2101E739D5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" y="0"/>
            <a:ext cx="12191997" cy="6857997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989958" y="6173788"/>
            <a:ext cx="848815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C1A7FFB-7E9A-E347-8F80-8E2C647B3625}" type="slidenum">
              <a:rPr lang="nl-NL"/>
              <a:pPr/>
              <a:t>‹#›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989957" y="1516800"/>
            <a:ext cx="9921237" cy="11430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Title of presentation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989956" y="2726400"/>
            <a:ext cx="9921239" cy="3379200"/>
          </a:xfrm>
        </p:spPr>
        <p:txBody>
          <a:bodyPr/>
          <a:lstStyle>
            <a:lvl1pPr>
              <a:defRPr sz="3200">
                <a:latin typeface="Arial"/>
                <a:cs typeface="Arial"/>
              </a:defRPr>
            </a:lvl1pPr>
            <a:lvl2pPr>
              <a:defRPr sz="2667"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64897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Sheet-tex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483F4D-8F76-C74B-A272-983347FFA7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992000" y="6173788"/>
            <a:ext cx="8486400" cy="365125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/>
          <a:lstStyle/>
          <a:p>
            <a:fld id="{CC1A7FFB-7E9A-E347-8F80-8E2C647B3625}" type="slidenum">
              <a:rPr lang="nl-NL"/>
              <a:t>‹#›</a:t>
            </a:fld>
            <a:endParaRPr lang="nl-NL" dirty="0"/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1992000" y="1515453"/>
            <a:ext cx="9919195" cy="114300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992000" y="2726401"/>
            <a:ext cx="9919195" cy="3380777"/>
          </a:xfrm>
        </p:spPr>
        <p:txBody>
          <a:bodyPr/>
          <a:lstStyle>
            <a:lvl1pPr algn="r">
              <a:defRPr sz="3200">
                <a:latin typeface="Arial"/>
                <a:cs typeface="Arial"/>
              </a:defRPr>
            </a:lvl1pPr>
            <a:lvl2pPr algn="r">
              <a:defRPr sz="2667"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04862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inuation-page-title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283201" y="1600201"/>
            <a:ext cx="11630399" cy="3832776"/>
          </a:xfrm>
        </p:spPr>
        <p:txBody>
          <a:bodyPr/>
          <a:lstStyle>
            <a:lvl1pPr>
              <a:defRPr sz="3200">
                <a:latin typeface="Arial"/>
                <a:cs typeface="Arial"/>
              </a:defRPr>
            </a:lvl1pPr>
            <a:lvl2pPr>
              <a:defRPr sz="2667"/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145792" y="6173788"/>
            <a:ext cx="8332608" cy="365125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/>
          <a:lstStyle/>
          <a:p>
            <a:fld id="{CC1A7FFB-7E9A-E347-8F80-8E2C647B3625}" type="slidenum">
              <a:rPr lang="nl-NL"/>
              <a:t>‹#›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2EE66E6-DAAA-514E-8E4A-56C847E2A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200" y="275167"/>
            <a:ext cx="11630400" cy="11430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028723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inuation-page-title-2-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3200" y="275167"/>
            <a:ext cx="11630400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283200" y="1600201"/>
            <a:ext cx="5712000" cy="3859939"/>
          </a:xfrm>
        </p:spPr>
        <p:txBody>
          <a:bodyPr>
            <a:normAutofit/>
          </a:bodyPr>
          <a:lstStyle>
            <a:lvl1pPr>
              <a:defRPr sz="2667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 noProof="0" dirty="0"/>
              <a:t>Click to add </a:t>
            </a:r>
            <a:r>
              <a:rPr lang="en-GB" noProof="0" dirty="0" err="1"/>
              <a:t>tekst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711201" cy="3859940"/>
          </a:xfrm>
        </p:spPr>
        <p:txBody>
          <a:bodyPr>
            <a:normAutofit/>
          </a:bodyPr>
          <a:lstStyle>
            <a:lvl1pPr>
              <a:defRPr sz="2667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 noProof="0" dirty="0"/>
              <a:t>Click to add </a:t>
            </a:r>
            <a:r>
              <a:rPr lang="en-GB" noProof="0" dirty="0" err="1"/>
              <a:t>tekst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145792" y="6173788"/>
            <a:ext cx="8332608" cy="365125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/>
          <a:lstStyle/>
          <a:p>
            <a:fld id="{CC1A7FFB-7E9A-E347-8F80-8E2C647B3625}" type="slidenum">
              <a:rPr lang="nl-NL"/>
              <a:t>‹#›</a:t>
            </a:fld>
            <a:endParaRPr lang="nl-NL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F6961271-B8AB-7E4E-8ED9-51C3D68B8AEB}"/>
              </a:ext>
            </a:extLst>
          </p:cNvPr>
          <p:cNvSpPr txBox="1"/>
          <p:nvPr userDrawn="1"/>
        </p:nvSpPr>
        <p:spPr>
          <a:xfrm>
            <a:off x="5649951" y="1174595"/>
            <a:ext cx="0" cy="0"/>
          </a:xfrm>
          <a:prstGeom prst="rect">
            <a:avLst/>
          </a:prstGeom>
        </p:spPr>
        <p:txBody>
          <a:bodyPr vert="horz" wrap="none" lIns="121920" tIns="60960" rIns="121920" bIns="60960" rtlCol="0" anchor="t">
            <a:normAutofit fontScale="25000" lnSpcReduction="20000"/>
          </a:bodyPr>
          <a:lstStyle/>
          <a:p>
            <a:pPr algn="l"/>
            <a:endParaRPr lang="nl-NL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064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inuation-page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389717" y="4800600"/>
            <a:ext cx="7315200" cy="56726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 hasCustomPrompt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GB" noProof="0" dirty="0"/>
              <a:t>Picture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GB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49921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-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B8A9C812-2E58-0645-A293-BECF92250576}"/>
              </a:ext>
            </a:extLst>
          </p:cNvPr>
          <p:cNvSpPr/>
          <p:nvPr userDrawn="1"/>
        </p:nvSpPr>
        <p:spPr>
          <a:xfrm>
            <a:off x="0" y="0"/>
            <a:ext cx="12192000" cy="5452800"/>
          </a:xfrm>
          <a:prstGeom prst="rect">
            <a:avLst/>
          </a:prstGeom>
          <a:solidFill>
            <a:srgbClr val="66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dirty="0"/>
          </a:p>
        </p:txBody>
      </p:sp>
      <p:sp>
        <p:nvSpPr>
          <p:cNvPr id="9" name="Tijdelijke aanduiding voor inhoud 1">
            <a:extLst>
              <a:ext uri="{FF2B5EF4-FFF2-40B4-BE49-F238E27FC236}">
                <a16:creationId xmlns:a16="http://schemas.microsoft.com/office/drawing/2014/main" id="{E6F7F96C-6BFF-6F43-9987-44ED1DB5F4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3201" y="1600201"/>
            <a:ext cx="11630399" cy="3832776"/>
          </a:xfrm>
        </p:spPr>
        <p:txBody>
          <a:bodyPr/>
          <a:lstStyle>
            <a:lvl1pPr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text</a:t>
            </a:r>
          </a:p>
        </p:txBody>
      </p:sp>
      <p:sp>
        <p:nvSpPr>
          <p:cNvPr id="6" name="Tijdelijke aanduiding voor inhoud 3">
            <a:extLst>
              <a:ext uri="{FF2B5EF4-FFF2-40B4-BE49-F238E27FC236}">
                <a16:creationId xmlns:a16="http://schemas.microsoft.com/office/drawing/2014/main" id="{18C29D4F-76D7-F94D-AD51-F36087CA24D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91455" y="5696755"/>
            <a:ext cx="7346528" cy="897467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1600">
                <a:latin typeface="Arial"/>
                <a:cs typeface="Arial"/>
              </a:defRPr>
            </a:lvl1pPr>
            <a:lvl2pPr marL="609585" indent="0">
              <a:buFontTx/>
              <a:buNone/>
              <a:defRPr sz="1600">
                <a:latin typeface="Arial"/>
                <a:cs typeface="Arial"/>
              </a:defRPr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 noProof="0" dirty="0"/>
              <a:t>Contact details (name, email address, etc..)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62C682D-2044-A54E-BC81-B1A23C4EDE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50703" y="5653834"/>
            <a:ext cx="1443567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9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4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1876158"/>
            <a:ext cx="1882422" cy="972913"/>
          </a:xfrm>
          <a:prstGeom prst="rect">
            <a:avLst/>
          </a:prstGeom>
        </p:spPr>
        <p:txBody>
          <a:bodyPr vert="horz" wrap="square" lIns="180000" tIns="180000" rIns="180000" bIns="180000" rtlCol="0" anchor="ctr">
            <a:spAutoFit/>
          </a:bodyPr>
          <a:lstStyle/>
          <a:p>
            <a:r>
              <a:rPr lang="nl-NL" dirty="0"/>
              <a:t>titel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2943401"/>
            <a:ext cx="6251222" cy="2115790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FCA0D-2711-480F-ADA0-3FCA85C78813}" type="datetimeFigureOut">
              <a:rPr lang="nl-NL" smtClean="0"/>
              <a:t>11-1-2025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1E913-7DDD-4E94-BBD3-FD8E34457B9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238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492">
        <p:push dir="u"/>
      </p:transition>
    </mc:Choice>
    <mc:Fallback xmlns="">
      <p:transition spd="slow" advClick="0" advTm="5492">
        <p:push dir="u"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3266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6A4BE0C7-2FE7-174E-903D-40F0075BB41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83200" y="275167"/>
            <a:ext cx="11630400" cy="1143000"/>
          </a:xfrm>
          <a:prstGeom prst="rect">
            <a:avLst/>
          </a:prstGeom>
        </p:spPr>
        <p:txBody>
          <a:bodyPr vert="horz" lIns="90000" tIns="45720" rIns="91440" bIns="45720" rtlCol="0" anchor="ctr">
            <a:normAutofit/>
          </a:bodyPr>
          <a:lstStyle/>
          <a:p>
            <a:r>
              <a:rPr lang="en-GB" noProof="0" dirty="0"/>
              <a:t>Title </a:t>
            </a:r>
            <a:r>
              <a:rPr lang="en-GB" noProof="0"/>
              <a:t>of presentation</a:t>
            </a:r>
            <a:endParaRPr lang="en-GB" noProof="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83201" y="1600201"/>
            <a:ext cx="11630399" cy="3832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10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145792" y="6173788"/>
            <a:ext cx="833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CC1A7FFB-7E9A-E347-8F80-8E2C647B3625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00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09585" rtl="0" eaLnBrk="1" latinLnBrk="0" hangingPunct="1">
        <a:spcBef>
          <a:spcPct val="0"/>
        </a:spcBef>
        <a:buNone/>
        <a:defRPr sz="4267" b="1" kern="1200" baseline="0">
          <a:solidFill>
            <a:srgbClr val="660066"/>
          </a:solidFill>
          <a:latin typeface="Arial"/>
          <a:ea typeface="+mj-ea"/>
          <a:cs typeface="Arial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raamstijn.nl/eenblogjeom/index.php/requirements/198-requirements-engineering" TargetMode="External"/><Relationship Id="rId5" Type="http://schemas.openxmlformats.org/officeDocument/2006/relationships/image" Target="../media/image19.jpe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2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5EC7F692-F82F-3058-C5BA-1348FDF35F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399D2AE3-661F-354C-99D2-85C886F55F7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2067" y="0"/>
            <a:ext cx="3976577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073F8C1-6775-5D48-AD91-23203B2FBB67}"/>
              </a:ext>
            </a:extLst>
          </p:cNvPr>
          <p:cNvSpPr txBox="1"/>
          <p:nvPr/>
        </p:nvSpPr>
        <p:spPr>
          <a:xfrm>
            <a:off x="389777" y="1499859"/>
            <a:ext cx="7585824" cy="833663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4000" b="1" dirty="0">
                <a:solidFill>
                  <a:srgbClr val="6632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 Analysis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1DED566-BAFB-EB49-86BC-C1E81EB62E58}"/>
              </a:ext>
            </a:extLst>
          </p:cNvPr>
          <p:cNvSpPr txBox="1"/>
          <p:nvPr/>
        </p:nvSpPr>
        <p:spPr>
          <a:xfrm>
            <a:off x="389777" y="642308"/>
            <a:ext cx="470886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Business Analysis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AB4ED022-7F7E-6745-A55D-2102814A01E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777" y="5556293"/>
            <a:ext cx="2290794" cy="97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9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399D2AE3-661F-354C-99D2-85C886F55F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F1DED566-BAFB-EB49-86BC-C1E81EB62E58}"/>
              </a:ext>
            </a:extLst>
          </p:cNvPr>
          <p:cNvSpPr txBox="1"/>
          <p:nvPr/>
        </p:nvSpPr>
        <p:spPr>
          <a:xfrm>
            <a:off x="668921" y="649025"/>
            <a:ext cx="543625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</a:rPr>
              <a:t>Learning </a:t>
            </a:r>
            <a:r>
              <a:rPr lang="nl-NL" sz="3200" b="1" dirty="0" err="1">
                <a:solidFill>
                  <a:schemeClr val="bg1"/>
                </a:solidFill>
              </a:rPr>
              <a:t>Objectives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AB4ED022-7F7E-6745-A55D-2102814A01E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pic>
        <p:nvPicPr>
          <p:cNvPr id="1026" name="Picture 2" descr="Introduction to collaboration | Nature Masterclasses">
            <a:extLst>
              <a:ext uri="{FF2B5EF4-FFF2-40B4-BE49-F238E27FC236}">
                <a16:creationId xmlns:a16="http://schemas.microsoft.com/office/drawing/2014/main" id="{9FB37F65-9D65-ED08-7E73-01FB3BC9B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90" y="4890543"/>
            <a:ext cx="4940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0C77600C-E98A-453B-AD76-A33381F5E1C2}"/>
              </a:ext>
            </a:extLst>
          </p:cNvPr>
          <p:cNvSpPr txBox="1">
            <a:spLocks/>
          </p:cNvSpPr>
          <p:nvPr/>
        </p:nvSpPr>
        <p:spPr>
          <a:xfrm>
            <a:off x="1356090" y="1380359"/>
            <a:ext cx="10269900" cy="3224632"/>
          </a:xfrm>
          <a:prstGeom prst="rect">
            <a:avLst/>
          </a:prstGeom>
        </p:spPr>
        <p:txBody>
          <a:bodyPr>
            <a:normAutofit/>
          </a:bodyPr>
          <a:lstStyle>
            <a:lvl1pPr marL="222250" indent="-2222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tabLst/>
              <a:defRPr sz="2000" kern="1200">
                <a:solidFill>
                  <a:schemeClr val="tx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666750" indent="-209550" algn="l" defTabSz="457200" rtl="0" eaLnBrk="1" latinLnBrk="0" hangingPunct="1">
              <a:spcBef>
                <a:spcPct val="20000"/>
              </a:spcBef>
              <a:buFont typeface="Arial"/>
              <a:buChar char="–"/>
              <a:tabLst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6"/>
              </a:buBlip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3366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Requirements Analysis</a:t>
            </a:r>
          </a:p>
        </p:txBody>
      </p:sp>
    </p:spTree>
    <p:extLst>
      <p:ext uri="{BB962C8B-B14F-4D97-AF65-F5344CB8AC3E}">
        <p14:creationId xmlns:p14="http://schemas.microsoft.com/office/powerpoint/2010/main" val="36509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399D2AE3-661F-354C-99D2-85C886F55F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F1DED566-BAFB-EB49-86BC-C1E81EB62E58}"/>
              </a:ext>
            </a:extLst>
          </p:cNvPr>
          <p:cNvSpPr txBox="1"/>
          <p:nvPr/>
        </p:nvSpPr>
        <p:spPr>
          <a:xfrm>
            <a:off x="389777" y="642308"/>
            <a:ext cx="543625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</a:rPr>
              <a:t>Learning </a:t>
            </a:r>
            <a:r>
              <a:rPr lang="nl-NL" sz="3200" b="1" dirty="0" err="1">
                <a:solidFill>
                  <a:schemeClr val="bg1"/>
                </a:solidFill>
              </a:rPr>
              <a:t>Outcomes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AB4ED022-7F7E-6745-A55D-2102814A01E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0C77600C-E98A-453B-AD76-A33381F5E1C2}"/>
              </a:ext>
            </a:extLst>
          </p:cNvPr>
          <p:cNvSpPr txBox="1">
            <a:spLocks/>
          </p:cNvSpPr>
          <p:nvPr/>
        </p:nvSpPr>
        <p:spPr>
          <a:xfrm>
            <a:off x="1356090" y="1380359"/>
            <a:ext cx="10269900" cy="3224632"/>
          </a:xfrm>
          <a:prstGeom prst="rect">
            <a:avLst/>
          </a:prstGeom>
        </p:spPr>
        <p:txBody>
          <a:bodyPr>
            <a:normAutofit/>
          </a:bodyPr>
          <a:lstStyle>
            <a:lvl1pPr marL="222250" indent="-2222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tabLst/>
              <a:defRPr sz="2000" kern="1200">
                <a:solidFill>
                  <a:schemeClr val="tx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666750" indent="-209550" algn="l" defTabSz="457200" rtl="0" eaLnBrk="1" latinLnBrk="0" hangingPunct="1">
              <a:spcBef>
                <a:spcPct val="20000"/>
              </a:spcBef>
              <a:buFont typeface="Arial"/>
              <a:buChar char="–"/>
              <a:tabLst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3366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Learning outcome 4: Professional standard</a:t>
            </a:r>
          </a:p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3366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Learning outcome 5: Personal Leadership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3366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599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399D2AE3-661F-354C-99D2-85C886F55F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AB4ED022-7F7E-6745-A55D-2102814A01E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pic>
        <p:nvPicPr>
          <p:cNvPr id="2" name="Picture 2" descr="Requirements engineering">
            <a:extLst>
              <a:ext uri="{FF2B5EF4-FFF2-40B4-BE49-F238E27FC236}">
                <a16:creationId xmlns:a16="http://schemas.microsoft.com/office/drawing/2014/main" id="{2007EBB6-BD3A-5CD3-314E-74EE692E5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211" y="213741"/>
            <a:ext cx="9711467" cy="5909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hthoek 2">
            <a:extLst>
              <a:ext uri="{FF2B5EF4-FFF2-40B4-BE49-F238E27FC236}">
                <a16:creationId xmlns:a16="http://schemas.microsoft.com/office/drawing/2014/main" id="{B2873F5D-55B0-CBB3-9083-F59FF8D5E2B2}"/>
              </a:ext>
            </a:extLst>
          </p:cNvPr>
          <p:cNvSpPr/>
          <p:nvPr/>
        </p:nvSpPr>
        <p:spPr>
          <a:xfrm>
            <a:off x="3595423" y="6413427"/>
            <a:ext cx="650100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900" dirty="0">
                <a:hlinkClick r:id="rId6"/>
              </a:rPr>
              <a:t>http://www.raamstijn.nl/eenblogjeom/index.php/requirements/198-requirements-engineering</a:t>
            </a:r>
            <a:endParaRPr lang="nl-NL" sz="900" dirty="0"/>
          </a:p>
        </p:txBody>
      </p:sp>
    </p:spTree>
    <p:extLst>
      <p:ext uri="{BB962C8B-B14F-4D97-AF65-F5344CB8AC3E}">
        <p14:creationId xmlns:p14="http://schemas.microsoft.com/office/powerpoint/2010/main" val="19406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D12A-F25D-1F55-D52A-1AD385C0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FEF0E59-0BA5-E4A9-A89C-1801D3A3A68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379A7994-BD6D-3E8D-5E90-EA989F69358D}"/>
              </a:ext>
            </a:extLst>
          </p:cNvPr>
          <p:cNvSpPr txBox="1"/>
          <p:nvPr/>
        </p:nvSpPr>
        <p:spPr>
          <a:xfrm>
            <a:off x="389777" y="642308"/>
            <a:ext cx="543625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of Requirements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31635EF1-2846-2909-E40F-FE511618C53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0F15658C-F0D0-F601-5B94-046D00AD24CC}"/>
              </a:ext>
            </a:extLst>
          </p:cNvPr>
          <p:cNvSpPr txBox="1">
            <a:spLocks/>
          </p:cNvSpPr>
          <p:nvPr/>
        </p:nvSpPr>
        <p:spPr>
          <a:xfrm>
            <a:off x="1356090" y="1380359"/>
            <a:ext cx="10269900" cy="3224632"/>
          </a:xfrm>
          <a:prstGeom prst="rect">
            <a:avLst/>
          </a:prstGeom>
        </p:spPr>
        <p:txBody>
          <a:bodyPr>
            <a:normAutofit/>
          </a:bodyPr>
          <a:lstStyle>
            <a:lvl1pPr marL="222250" indent="-2222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tabLst/>
              <a:defRPr sz="2000" kern="1200">
                <a:solidFill>
                  <a:schemeClr val="tx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666750" indent="-209550" algn="l" defTabSz="457200" rtl="0" eaLnBrk="1" latinLnBrk="0" hangingPunct="1">
              <a:spcBef>
                <a:spcPct val="20000"/>
              </a:spcBef>
              <a:buFont typeface="Arial"/>
              <a:buChar char="–"/>
              <a:tabLst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2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5FF019AA-91ED-8245-E3CF-5307989276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6510" y="1577477"/>
            <a:ext cx="7319048" cy="4838226"/>
          </a:xfrm>
          <a:prstGeom prst="rect">
            <a:avLst/>
          </a:prstGeom>
          <a:solidFill>
            <a:srgbClr val="E40086"/>
          </a:solidFill>
        </p:spPr>
      </p:pic>
    </p:spTree>
    <p:extLst>
      <p:ext uri="{BB962C8B-B14F-4D97-AF65-F5344CB8AC3E}">
        <p14:creationId xmlns:p14="http://schemas.microsoft.com/office/powerpoint/2010/main" val="241963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B0025-B4D8-9068-ABCE-F88AD2517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8969A719-CD51-5277-CB74-4B81F4E2312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560C0C6F-0AE7-F3E2-A794-F0384B541637}"/>
              </a:ext>
            </a:extLst>
          </p:cNvPr>
          <p:cNvSpPr txBox="1"/>
          <p:nvPr/>
        </p:nvSpPr>
        <p:spPr>
          <a:xfrm>
            <a:off x="389777" y="642308"/>
            <a:ext cx="543625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Requirements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412F5AD-4343-402A-207C-4564D849307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B9475A3F-371C-27DD-C45F-78D22A3B6357}"/>
              </a:ext>
            </a:extLst>
          </p:cNvPr>
          <p:cNvSpPr txBox="1">
            <a:spLocks/>
          </p:cNvSpPr>
          <p:nvPr/>
        </p:nvSpPr>
        <p:spPr>
          <a:xfrm>
            <a:off x="1356090" y="1380359"/>
            <a:ext cx="10269900" cy="3224632"/>
          </a:xfrm>
          <a:prstGeom prst="rect">
            <a:avLst/>
          </a:prstGeom>
        </p:spPr>
        <p:txBody>
          <a:bodyPr>
            <a:normAutofit/>
          </a:bodyPr>
          <a:lstStyle>
            <a:lvl1pPr marL="222250" indent="-2222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tabLst/>
              <a:defRPr sz="2000" kern="1200">
                <a:solidFill>
                  <a:schemeClr val="tx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666750" indent="-209550" algn="l" defTabSz="457200" rtl="0" eaLnBrk="1" latinLnBrk="0" hangingPunct="1">
              <a:spcBef>
                <a:spcPct val="20000"/>
              </a:spcBef>
              <a:buFont typeface="Arial"/>
              <a:buChar char="–"/>
              <a:tabLst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2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97690EC-D93F-E3A0-D8D6-05AF4A70AB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5867" y="1380359"/>
            <a:ext cx="8606617" cy="5102635"/>
          </a:xfrm>
          <a:prstGeom prst="rect">
            <a:avLst/>
          </a:prstGeom>
          <a:solidFill>
            <a:srgbClr val="E40086"/>
          </a:solidFill>
        </p:spPr>
      </p:pic>
    </p:spTree>
    <p:extLst>
      <p:ext uri="{BB962C8B-B14F-4D97-AF65-F5344CB8AC3E}">
        <p14:creationId xmlns:p14="http://schemas.microsoft.com/office/powerpoint/2010/main" val="2733683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08D8-3C1B-E428-36B6-58C4F6F0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AFA4138B-D8D9-AAEF-43F9-3B927DCB942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F76EC078-3C17-2AB1-366A-6964DC02A520}"/>
              </a:ext>
            </a:extLst>
          </p:cNvPr>
          <p:cNvSpPr txBox="1"/>
          <p:nvPr/>
        </p:nvSpPr>
        <p:spPr>
          <a:xfrm>
            <a:off x="389777" y="642308"/>
            <a:ext cx="5830270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Requirements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8D4DD8AD-5677-7689-6E45-AAECDA94AB2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E8FD232C-EE74-88A2-CBC1-5FEF02B9CC6A}"/>
              </a:ext>
            </a:extLst>
          </p:cNvPr>
          <p:cNvSpPr txBox="1">
            <a:spLocks/>
          </p:cNvSpPr>
          <p:nvPr/>
        </p:nvSpPr>
        <p:spPr>
          <a:xfrm>
            <a:off x="1356090" y="1380359"/>
            <a:ext cx="10269900" cy="3224632"/>
          </a:xfrm>
          <a:prstGeom prst="rect">
            <a:avLst/>
          </a:prstGeom>
        </p:spPr>
        <p:txBody>
          <a:bodyPr>
            <a:normAutofit/>
          </a:bodyPr>
          <a:lstStyle>
            <a:lvl1pPr marL="222250" indent="-2222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tabLst/>
              <a:defRPr sz="2000" kern="1200">
                <a:solidFill>
                  <a:schemeClr val="tx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666750" indent="-209550" algn="l" defTabSz="457200" rtl="0" eaLnBrk="1" latinLnBrk="0" hangingPunct="1">
              <a:spcBef>
                <a:spcPct val="20000"/>
              </a:spcBef>
              <a:buFont typeface="Arial"/>
              <a:buChar char="–"/>
              <a:tabLst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3366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Business Requirement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3366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Wingdings" panose="05000000000000000000" pitchFamily="2" charset="2"/>
              </a:rPr>
              <a:t> “WHY”</a:t>
            </a: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663366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Wingdings" panose="05000000000000000000" pitchFamily="2" charset="2"/>
              </a:rPr>
              <a:t>Why the </a:t>
            </a:r>
            <a:r>
              <a:rPr lang="en-US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  <a:sym typeface="Wingdings" panose="05000000000000000000" pitchFamily="2" charset="2"/>
              </a:rPr>
              <a:t>organization </a:t>
            </a:r>
            <a:r>
              <a:rPr lang="en-NL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undertakes the project, needs the system</a:t>
            </a:r>
            <a:r>
              <a:rPr lang="en-GB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?</a:t>
            </a: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lang="en-NL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Comes from Business Analysis, Business Case or Project vision</a:t>
            </a:r>
            <a:endParaRPr lang="en-GB" dirty="0">
              <a:solidFill>
                <a:srgbClr val="663366">
                  <a:lumMod val="50000"/>
                </a:srgbClr>
              </a:solidFill>
              <a:latin typeface="Arial"/>
              <a:cs typeface="Arial"/>
            </a:endParaRP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lang="en-NL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The PROBLEM to solve must be reflected (research question?)</a:t>
            </a:r>
            <a:endParaRPr lang="en-GB" dirty="0">
              <a:solidFill>
                <a:srgbClr val="663366">
                  <a:lumMod val="50000"/>
                </a:srgbClr>
              </a:solidFill>
              <a:latin typeface="Arial"/>
              <a:cs typeface="Arial"/>
            </a:endParaRPr>
          </a:p>
          <a:p>
            <a:pPr marL="444500" lvl="1" indent="0">
              <a:lnSpc>
                <a:spcPct val="150000"/>
              </a:lnSpc>
              <a:buNone/>
              <a:defRPr/>
            </a:pPr>
            <a:endParaRPr lang="en-NL" dirty="0">
              <a:solidFill>
                <a:srgbClr val="663366">
                  <a:lumMod val="50000"/>
                </a:srgbClr>
              </a:solidFill>
              <a:latin typeface="Arial"/>
              <a:cs typeface="Arial"/>
            </a:endParaRP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ECD37E-882B-DE41-391F-78DF3342EFB1}"/>
              </a:ext>
            </a:extLst>
          </p:cNvPr>
          <p:cNvSpPr txBox="1"/>
          <p:nvPr/>
        </p:nvSpPr>
        <p:spPr>
          <a:xfrm>
            <a:off x="2253474" y="5419426"/>
            <a:ext cx="8559837" cy="10772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rIns="36000" rtlCol="0">
            <a:spAutoFit/>
          </a:bodyPr>
          <a:lstStyle/>
          <a:p>
            <a:r>
              <a:rPr lang="en-NL" sz="1600" dirty="0">
                <a:solidFill>
                  <a:srgbClr val="0070C0"/>
                </a:solidFill>
                <a:latin typeface="+mn-lt"/>
              </a:rPr>
              <a:t>B01	The CFO wants to have 90% of the purchase invoices paid automatically to reduce 	 	the workload for the AP department</a:t>
            </a:r>
          </a:p>
          <a:p>
            <a:r>
              <a:rPr lang="en-NL" sz="1600" dirty="0">
                <a:solidFill>
                  <a:srgbClr val="0070C0"/>
                </a:solidFill>
                <a:latin typeface="+mn-lt"/>
              </a:rPr>
              <a:t>B02	The CFO wants to have up-to-date visualized financial information in order to be able to 	evaluate the financial obligations of the AP department</a:t>
            </a:r>
          </a:p>
        </p:txBody>
      </p:sp>
      <p:sp>
        <p:nvSpPr>
          <p:cNvPr id="7" name="Scroll: Horizontal 6">
            <a:extLst>
              <a:ext uri="{FF2B5EF4-FFF2-40B4-BE49-F238E27FC236}">
                <a16:creationId xmlns:a16="http://schemas.microsoft.com/office/drawing/2014/main" id="{DA360E9C-DE67-0D7D-5667-6ECEF5E3875B}"/>
              </a:ext>
            </a:extLst>
          </p:cNvPr>
          <p:cNvSpPr/>
          <p:nvPr/>
        </p:nvSpPr>
        <p:spPr>
          <a:xfrm rot="1036064">
            <a:off x="9392313" y="502267"/>
            <a:ext cx="2416232" cy="941749"/>
          </a:xfrm>
          <a:prstGeom prst="horizontalScroll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Unique ID!!</a:t>
            </a:r>
            <a:br>
              <a: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NL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 each requirement</a:t>
            </a:r>
            <a:endParaRPr kumimoji="0" lang="en-N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914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8DCA1-123F-C739-0042-A04E24C6E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597E15C3-BCB0-05D7-1D1B-AA0420A839D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B5184576-944A-B87D-C264-78E1D3AB737E}"/>
              </a:ext>
            </a:extLst>
          </p:cNvPr>
          <p:cNvSpPr txBox="1"/>
          <p:nvPr/>
        </p:nvSpPr>
        <p:spPr>
          <a:xfrm>
            <a:off x="389777" y="642308"/>
            <a:ext cx="9136995" cy="1202994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Requirements or Stakeholders Requirements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819C0552-D1EF-533C-C8AE-1A8586CE39F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1B930D7B-0078-8AD9-9207-DBA3F077AD12}"/>
              </a:ext>
            </a:extLst>
          </p:cNvPr>
          <p:cNvSpPr txBox="1">
            <a:spLocks/>
          </p:cNvSpPr>
          <p:nvPr/>
        </p:nvSpPr>
        <p:spPr>
          <a:xfrm>
            <a:off x="1356090" y="1935125"/>
            <a:ext cx="10269900" cy="3292011"/>
          </a:xfrm>
          <a:prstGeom prst="rect">
            <a:avLst/>
          </a:prstGeom>
        </p:spPr>
        <p:txBody>
          <a:bodyPr>
            <a:normAutofit/>
          </a:bodyPr>
          <a:lstStyle>
            <a:lvl1pPr marL="222250" indent="-2222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tabLst/>
              <a:defRPr sz="2000" kern="1200">
                <a:solidFill>
                  <a:schemeClr val="tx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666750" indent="-209550" algn="l" defTabSz="457200" rtl="0" eaLnBrk="1" latinLnBrk="0" hangingPunct="1">
              <a:spcBef>
                <a:spcPct val="20000"/>
              </a:spcBef>
              <a:buFont typeface="Arial"/>
              <a:buChar char="–"/>
              <a:tabLst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r>
              <a:rPr lang="en-US" dirty="0">
                <a:solidFill>
                  <a:srgbClr val="663366">
                    <a:lumMod val="50000"/>
                  </a:srgbClr>
                </a:solidFill>
              </a:rPr>
              <a:t>User Requirements </a:t>
            </a:r>
            <a:r>
              <a:rPr lang="en-US" dirty="0">
                <a:solidFill>
                  <a:srgbClr val="663366">
                    <a:lumMod val="50000"/>
                  </a:srgbClr>
                </a:solidFill>
                <a:sym typeface="Wingdings" panose="05000000000000000000" pitchFamily="2" charset="2"/>
              </a:rPr>
              <a:t> “WHAT”</a:t>
            </a: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lang="en-NL" sz="2000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What </a:t>
            </a:r>
            <a:r>
              <a:rPr lang="en-NL" sz="2000" dirty="0">
                <a:solidFill>
                  <a:srgbClr val="FF0000"/>
                </a:solidFill>
                <a:latin typeface="Arial"/>
                <a:cs typeface="Arial"/>
              </a:rPr>
              <a:t>the user will be able to do </a:t>
            </a:r>
            <a:r>
              <a:rPr lang="en-NL" sz="2000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with the system (goals/tasks)</a:t>
            </a:r>
            <a:endParaRPr lang="en-GB" sz="2000" dirty="0">
              <a:solidFill>
                <a:srgbClr val="663366">
                  <a:lumMod val="50000"/>
                </a:srgbClr>
              </a:solidFill>
              <a:latin typeface="Arial"/>
              <a:cs typeface="Arial"/>
            </a:endParaRP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lang="en-NL" sz="2000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One functionality per requirement</a:t>
            </a:r>
            <a:endParaRPr lang="en-GB" sz="2000" dirty="0">
              <a:solidFill>
                <a:srgbClr val="663366">
                  <a:lumMod val="50000"/>
                </a:srgbClr>
              </a:solidFill>
              <a:latin typeface="Arial"/>
              <a:cs typeface="Arial"/>
            </a:endParaRP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lang="en-NL" sz="2000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Related to the Business Requirements</a:t>
            </a:r>
            <a:endParaRPr lang="en-GB" sz="2000" dirty="0">
              <a:solidFill>
                <a:srgbClr val="663366">
                  <a:lumMod val="50000"/>
                </a:srgbClr>
              </a:solidFill>
              <a:latin typeface="Arial"/>
              <a:cs typeface="Arial"/>
            </a:endParaRP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lang="en-NL" sz="2000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Difficult, because the user self </a:t>
            </a:r>
            <a:r>
              <a:rPr lang="en-GB" sz="2000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does not always know</a:t>
            </a:r>
            <a:r>
              <a:rPr lang="en-NL" sz="2000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 what the system/software should do (</a:t>
            </a:r>
            <a:r>
              <a:rPr lang="en-GB" sz="2000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an </a:t>
            </a:r>
            <a:r>
              <a:rPr lang="en-NL" sz="2000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important role for Business </a:t>
            </a:r>
            <a:r>
              <a:rPr lang="en-GB" sz="2000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Analysts</a:t>
            </a:r>
            <a:r>
              <a:rPr lang="en-NL" sz="2000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)</a:t>
            </a:r>
          </a:p>
          <a:p>
            <a:pPr marL="444500" lvl="1" indent="0">
              <a:lnSpc>
                <a:spcPct val="150000"/>
              </a:lnSpc>
              <a:buNone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4F7FFA-E404-CCA5-C9A4-3813AD61A5F7}"/>
              </a:ext>
            </a:extLst>
          </p:cNvPr>
          <p:cNvSpPr txBox="1"/>
          <p:nvPr/>
        </p:nvSpPr>
        <p:spPr>
          <a:xfrm>
            <a:off x="1849437" y="5451625"/>
            <a:ext cx="9080833" cy="10772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Ins="36000" rtlCol="0">
            <a:spAutoFit/>
          </a:bodyPr>
          <a:lstStyle/>
          <a:p>
            <a:r>
              <a:rPr lang="en-NL" sz="1600" dirty="0">
                <a:solidFill>
                  <a:srgbClr val="0070C0"/>
                </a:solidFill>
                <a:latin typeface="+mn-lt"/>
              </a:rPr>
              <a:t>UR01	  </a:t>
            </a:r>
            <a:r>
              <a:rPr lang="en-US" sz="1600" dirty="0">
                <a:solidFill>
                  <a:srgbClr val="0070C0"/>
                </a:solidFill>
                <a:latin typeface="+mn-lt"/>
              </a:rPr>
              <a:t>The Accounts Payable clerk will be able to see the automatically paid purchase invoices</a:t>
            </a:r>
          </a:p>
          <a:p>
            <a:r>
              <a:rPr lang="en-NL" sz="1600" dirty="0">
                <a:solidFill>
                  <a:srgbClr val="0070C0"/>
                </a:solidFill>
                <a:latin typeface="+mn-lt"/>
              </a:rPr>
              <a:t>UR02	  </a:t>
            </a:r>
            <a:r>
              <a:rPr lang="en-US" sz="1600" dirty="0">
                <a:solidFill>
                  <a:srgbClr val="0070C0"/>
                </a:solidFill>
                <a:latin typeface="+mn-lt"/>
              </a:rPr>
              <a:t>The AP clerk will be able to authorize payment for purchase invoices that are not </a:t>
            </a:r>
            <a:r>
              <a:rPr lang="en-NL" sz="1600" dirty="0">
                <a:solidFill>
                  <a:srgbClr val="0070C0"/>
                </a:solidFill>
                <a:latin typeface="+mn-lt"/>
              </a:rPr>
              <a:t>			  </a:t>
            </a:r>
            <a:r>
              <a:rPr lang="en-US" sz="1600" dirty="0">
                <a:solidFill>
                  <a:srgbClr val="0070C0"/>
                </a:solidFill>
                <a:latin typeface="+mn-lt"/>
              </a:rPr>
              <a:t>processed automatically</a:t>
            </a:r>
          </a:p>
          <a:p>
            <a:r>
              <a:rPr lang="en-NL" sz="1600" dirty="0">
                <a:solidFill>
                  <a:srgbClr val="0070C0"/>
                </a:solidFill>
                <a:latin typeface="+mn-lt"/>
              </a:rPr>
              <a:t>UR03	  </a:t>
            </a:r>
            <a:r>
              <a:rPr lang="en-US" sz="1600" dirty="0">
                <a:solidFill>
                  <a:srgbClr val="0070C0"/>
                </a:solidFill>
                <a:latin typeface="+mn-lt"/>
              </a:rPr>
              <a:t>The Financial Director will be able to slice in months and years on the dashboard graphics</a:t>
            </a:r>
          </a:p>
        </p:txBody>
      </p:sp>
      <p:sp>
        <p:nvSpPr>
          <p:cNvPr id="9" name="Scroll: Horizontal 8">
            <a:extLst>
              <a:ext uri="{FF2B5EF4-FFF2-40B4-BE49-F238E27FC236}">
                <a16:creationId xmlns:a16="http://schemas.microsoft.com/office/drawing/2014/main" id="{90B38BCA-BE8F-7963-69F3-C64A44443415}"/>
              </a:ext>
            </a:extLst>
          </p:cNvPr>
          <p:cNvSpPr/>
          <p:nvPr/>
        </p:nvSpPr>
        <p:spPr>
          <a:xfrm rot="1036064">
            <a:off x="9612092" y="326829"/>
            <a:ext cx="2416232" cy="941749"/>
          </a:xfrm>
          <a:prstGeom prst="horizontalScroll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Unique ID!!</a:t>
            </a:r>
            <a:br>
              <a: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NL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 each requirement</a:t>
            </a:r>
            <a:endParaRPr kumimoji="0" lang="en-N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23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BC9F-09C3-1739-4DD7-540ADF109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F7504BDC-39B3-91B6-B2CE-6DA4555B9D2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EB8C0999-8D2F-7F7E-8CF9-B90C16F55D99}"/>
              </a:ext>
            </a:extLst>
          </p:cNvPr>
          <p:cNvSpPr txBox="1"/>
          <p:nvPr/>
        </p:nvSpPr>
        <p:spPr>
          <a:xfrm>
            <a:off x="389777" y="642308"/>
            <a:ext cx="5936595" cy="1202994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Requirements </a:t>
            </a:r>
          </a:p>
          <a:p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(or </a:t>
            </a:r>
            <a:r>
              <a:rPr lang="nl-NL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Requirements</a:t>
            </a:r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C1D2AADF-F7D3-129E-A6F1-BCAD584DA7E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7DD0C7B1-C691-4EB3-1A36-17CDE8C1106C}"/>
              </a:ext>
            </a:extLst>
          </p:cNvPr>
          <p:cNvSpPr txBox="1">
            <a:spLocks/>
          </p:cNvSpPr>
          <p:nvPr/>
        </p:nvSpPr>
        <p:spPr>
          <a:xfrm>
            <a:off x="1356090" y="1935125"/>
            <a:ext cx="10269900" cy="3179135"/>
          </a:xfrm>
          <a:prstGeom prst="rect">
            <a:avLst/>
          </a:prstGeom>
        </p:spPr>
        <p:txBody>
          <a:bodyPr>
            <a:normAutofit/>
          </a:bodyPr>
          <a:lstStyle>
            <a:lvl1pPr marL="222250" indent="-2222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tabLst/>
              <a:defRPr sz="2000" kern="1200">
                <a:solidFill>
                  <a:schemeClr val="tx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666750" indent="-209550" algn="l" defTabSz="457200" rtl="0" eaLnBrk="1" latinLnBrk="0" hangingPunct="1">
              <a:spcBef>
                <a:spcPct val="20000"/>
              </a:spcBef>
              <a:buFont typeface="Arial"/>
              <a:buChar char="–"/>
              <a:tabLst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r>
              <a:rPr lang="en-US" dirty="0">
                <a:solidFill>
                  <a:srgbClr val="663366">
                    <a:lumMod val="50000"/>
                  </a:srgbClr>
                </a:solidFill>
              </a:rPr>
              <a:t>System (Functional/Non-function) Requirement </a:t>
            </a:r>
            <a:r>
              <a:rPr lang="en-US" dirty="0">
                <a:solidFill>
                  <a:srgbClr val="663366">
                    <a:lumMod val="50000"/>
                  </a:srgbClr>
                </a:solidFill>
                <a:sym typeface="Wingdings" panose="05000000000000000000" pitchFamily="2" charset="2"/>
              </a:rPr>
              <a:t> “HOW”</a:t>
            </a: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663366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Wingdings" panose="05000000000000000000" pitchFamily="2" charset="2"/>
              </a:rPr>
              <a:t>Describes what the system shall do (must/should/may), and</a:t>
            </a: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lang="en-NL" sz="1800" i="1" dirty="0"/>
              <a:t>what the developer should build</a:t>
            </a:r>
            <a:r>
              <a:rPr lang="en-GB" sz="1800" i="1" dirty="0"/>
              <a:t>?</a:t>
            </a: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lang="en-NL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One functionality per requirement</a:t>
            </a:r>
            <a:endParaRPr lang="en-GB" dirty="0">
              <a:solidFill>
                <a:srgbClr val="663366">
                  <a:lumMod val="50000"/>
                </a:srgbClr>
              </a:solidFill>
              <a:latin typeface="Arial"/>
              <a:cs typeface="Arial"/>
            </a:endParaRP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lang="en-NL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Non-functional requirements must be measurable (SMART)</a:t>
            </a:r>
            <a:endParaRPr lang="en-GB" dirty="0">
              <a:solidFill>
                <a:srgbClr val="663366">
                  <a:lumMod val="50000"/>
                </a:srgbClr>
              </a:solidFill>
              <a:latin typeface="Arial"/>
              <a:cs typeface="Arial"/>
            </a:endParaRP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r>
              <a:rPr lang="en-NL" dirty="0">
                <a:solidFill>
                  <a:srgbClr val="663366">
                    <a:lumMod val="50000"/>
                  </a:srgbClr>
                </a:solidFill>
                <a:latin typeface="Arial"/>
                <a:cs typeface="Arial"/>
              </a:rPr>
              <a:t>Related to the Business Requirements</a:t>
            </a: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endParaRPr lang="en-NL" sz="1400" dirty="0"/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endParaRPr lang="en-GB" i="1" dirty="0"/>
          </a:p>
          <a:p>
            <a:pPr marL="444500" lvl="1" indent="0">
              <a:lnSpc>
                <a:spcPct val="150000"/>
              </a:lnSpc>
              <a:buNone/>
              <a:defRPr/>
            </a:pPr>
            <a:endParaRPr lang="en-NL" sz="1800" i="1" dirty="0"/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Wingdings" panose="05000000000000000000" pitchFamily="2" charset="2"/>
            </a:endParaRPr>
          </a:p>
          <a:p>
            <a:pPr lvl="1" indent="-222250">
              <a:lnSpc>
                <a:spcPct val="150000"/>
              </a:lnSpc>
              <a:buBlip>
                <a:blip r:embed="rId5"/>
              </a:buBlip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7AC1B5-5D1E-ACF2-D0DA-55DD9D836E5C}"/>
              </a:ext>
            </a:extLst>
          </p:cNvPr>
          <p:cNvSpPr txBox="1"/>
          <p:nvPr/>
        </p:nvSpPr>
        <p:spPr>
          <a:xfrm>
            <a:off x="1614063" y="5324411"/>
            <a:ext cx="9188616" cy="132343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Ins="36000" rtlCol="0">
            <a:spAutoFit/>
          </a:bodyPr>
          <a:lstStyle/>
          <a:p>
            <a:r>
              <a:rPr lang="en-NL" sz="1600" dirty="0">
                <a:solidFill>
                  <a:srgbClr val="0070C0"/>
                </a:solidFill>
                <a:latin typeface="+mn-lt"/>
              </a:rPr>
              <a:t>SR01	  </a:t>
            </a:r>
            <a:r>
              <a:rPr lang="en-US" sz="1600" dirty="0">
                <a:solidFill>
                  <a:srgbClr val="0070C0"/>
                </a:solidFill>
                <a:latin typeface="+mn-lt"/>
              </a:rPr>
              <a:t>The </a:t>
            </a:r>
            <a:r>
              <a:rPr lang="en-NL" sz="1600" dirty="0">
                <a:solidFill>
                  <a:srgbClr val="0070C0"/>
                </a:solidFill>
                <a:latin typeface="+mn-lt"/>
              </a:rPr>
              <a:t>system shall compare the ordered number of products on the purchase order, with 	  	  the delivered quantities and the invoiced number of products on the related invoice</a:t>
            </a:r>
            <a:endParaRPr lang="en-US" sz="1600" dirty="0">
              <a:solidFill>
                <a:srgbClr val="0070C0"/>
              </a:solidFill>
              <a:latin typeface="+mn-lt"/>
            </a:endParaRPr>
          </a:p>
          <a:p>
            <a:r>
              <a:rPr lang="en-NL" sz="1600" dirty="0">
                <a:solidFill>
                  <a:srgbClr val="0070C0"/>
                </a:solidFill>
                <a:latin typeface="+mn-lt"/>
              </a:rPr>
              <a:t>SR02	  </a:t>
            </a:r>
            <a:r>
              <a:rPr lang="en-US" sz="1600" dirty="0">
                <a:solidFill>
                  <a:srgbClr val="0070C0"/>
                </a:solidFill>
                <a:latin typeface="+mn-lt"/>
              </a:rPr>
              <a:t>The </a:t>
            </a:r>
            <a:r>
              <a:rPr lang="en-NL" sz="1600" dirty="0">
                <a:solidFill>
                  <a:srgbClr val="0070C0"/>
                </a:solidFill>
                <a:latin typeface="+mn-lt"/>
              </a:rPr>
              <a:t>system shall flag purchase invoices as ‘ready for payment’ after authorization</a:t>
            </a:r>
          </a:p>
          <a:p>
            <a:r>
              <a:rPr lang="en-NL" sz="1600" dirty="0">
                <a:solidFill>
                  <a:srgbClr val="0070C0"/>
                </a:solidFill>
              </a:rPr>
              <a:t>SR03	  The system shall only pay purchase invoice when they have a purchase order number</a:t>
            </a:r>
            <a:endParaRPr lang="en-NL" sz="1600" dirty="0">
              <a:solidFill>
                <a:srgbClr val="0070C0"/>
              </a:solidFill>
              <a:latin typeface="+mn-lt"/>
            </a:endParaRPr>
          </a:p>
          <a:p>
            <a:r>
              <a:rPr lang="en-NL" sz="1600" dirty="0">
                <a:solidFill>
                  <a:srgbClr val="0070C0"/>
                </a:solidFill>
              </a:rPr>
              <a:t>SR04	  The system shall generate a visual at least within 5 seconds</a:t>
            </a:r>
            <a:endParaRPr lang="en-US" sz="16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Scroll: Horizontal 4">
            <a:extLst>
              <a:ext uri="{FF2B5EF4-FFF2-40B4-BE49-F238E27FC236}">
                <a16:creationId xmlns:a16="http://schemas.microsoft.com/office/drawing/2014/main" id="{7CD6B176-637A-BC8B-02D0-ECD5706ACACB}"/>
              </a:ext>
            </a:extLst>
          </p:cNvPr>
          <p:cNvSpPr/>
          <p:nvPr/>
        </p:nvSpPr>
        <p:spPr>
          <a:xfrm rot="1036064">
            <a:off x="9594563" y="337390"/>
            <a:ext cx="2416232" cy="941749"/>
          </a:xfrm>
          <a:prstGeom prst="horizontalScroll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Unique ID!!</a:t>
            </a:r>
            <a:br>
              <a: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NL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 each requirement</a:t>
            </a:r>
            <a:endParaRPr kumimoji="0" lang="en-N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84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E21B-4968-06C4-4344-8BAD5ECE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B995001-4808-246B-3A91-5ED20A72A5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E4D5B65D-7F60-9C06-96A0-46F682AA1855}"/>
              </a:ext>
            </a:extLst>
          </p:cNvPr>
          <p:cNvSpPr txBox="1"/>
          <p:nvPr/>
        </p:nvSpPr>
        <p:spPr>
          <a:xfrm>
            <a:off x="389777" y="642308"/>
            <a:ext cx="8116270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Non </a:t>
            </a:r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4DD517AC-1926-74FE-7D64-A1314483364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BAAADD7-72FB-5C13-3744-EC2032BB23A5}"/>
              </a:ext>
            </a:extLst>
          </p:cNvPr>
          <p:cNvGrpSpPr/>
          <p:nvPr/>
        </p:nvGrpSpPr>
        <p:grpSpPr>
          <a:xfrm>
            <a:off x="1967023" y="1541721"/>
            <a:ext cx="8899451" cy="4869711"/>
            <a:chOff x="1477168" y="1101633"/>
            <a:chExt cx="7050505" cy="3827417"/>
          </a:xfrm>
        </p:grpSpPr>
        <p:pic>
          <p:nvPicPr>
            <p:cNvPr id="5" name="Picture 4" descr="Diagram&#10;&#10;Description automatically generated">
              <a:extLst>
                <a:ext uri="{FF2B5EF4-FFF2-40B4-BE49-F238E27FC236}">
                  <a16:creationId xmlns:a16="http://schemas.microsoft.com/office/drawing/2014/main" id="{CCBD2288-84FB-33D8-E7D7-8921DAA9B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77168" y="1101633"/>
              <a:ext cx="7050505" cy="382741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A71AF4-80AF-CA0D-6400-4491C584164A}"/>
                </a:ext>
              </a:extLst>
            </p:cNvPr>
            <p:cNvSpPr txBox="1"/>
            <p:nvPr/>
          </p:nvSpPr>
          <p:spPr>
            <a:xfrm>
              <a:off x="3664226" y="2771256"/>
              <a:ext cx="1099931" cy="461665"/>
            </a:xfrm>
            <a:prstGeom prst="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NL" sz="1200" b="1" dirty="0">
                  <a:solidFill>
                    <a:schemeClr val="bg1"/>
                  </a:solidFill>
                </a:rPr>
                <a:t>User Requirements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602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2F8A-CA94-E726-4728-DFBD166A9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99094B83-5357-10D9-67E6-BC73D9AA0EB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7E562A0B-17BE-1F7D-C235-14244C7B4D50}"/>
              </a:ext>
            </a:extLst>
          </p:cNvPr>
          <p:cNvSpPr txBox="1"/>
          <p:nvPr/>
        </p:nvSpPr>
        <p:spPr>
          <a:xfrm>
            <a:off x="538633" y="329157"/>
            <a:ext cx="7116809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Non-</a:t>
            </a:r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FEC137B2-06DC-ADBC-6768-5AC44403EF8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3452B5F-5791-8079-3CD0-9B97930A25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9694636"/>
              </p:ext>
            </p:extLst>
          </p:nvPr>
        </p:nvGraphicFramePr>
        <p:xfrm>
          <a:off x="1520455" y="1180214"/>
          <a:ext cx="9952076" cy="5039830"/>
        </p:xfrm>
        <a:graphic>
          <a:graphicData uri="http://schemas.openxmlformats.org/drawingml/2006/table">
            <a:tbl>
              <a:tblPr firstRow="1"/>
              <a:tblGrid>
                <a:gridCol w="1664649">
                  <a:extLst>
                    <a:ext uri="{9D8B030D-6E8A-4147-A177-3AD203B41FA5}">
                      <a16:colId xmlns:a16="http://schemas.microsoft.com/office/drawing/2014/main" val="1753267368"/>
                    </a:ext>
                  </a:extLst>
                </a:gridCol>
                <a:gridCol w="4055461">
                  <a:extLst>
                    <a:ext uri="{9D8B030D-6E8A-4147-A177-3AD203B41FA5}">
                      <a16:colId xmlns:a16="http://schemas.microsoft.com/office/drawing/2014/main" val="869552500"/>
                    </a:ext>
                  </a:extLst>
                </a:gridCol>
                <a:gridCol w="4231966">
                  <a:extLst>
                    <a:ext uri="{9D8B030D-6E8A-4147-A177-3AD203B41FA5}">
                      <a16:colId xmlns:a16="http://schemas.microsoft.com/office/drawing/2014/main" val="3312721440"/>
                    </a:ext>
                  </a:extLst>
                </a:gridCol>
              </a:tblGrid>
              <a:tr h="3332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GB" sz="1100" dirty="0"/>
                    </a:p>
                  </a:txBody>
                  <a:tcPr marL="25901" marR="25901" marT="12950" marB="1295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GB" sz="1100" b="1" dirty="0"/>
                        <a:t>Functional Requirement</a:t>
                      </a:r>
                      <a:r>
                        <a:rPr lang="en-GB" sz="1100" dirty="0"/>
                        <a:t> </a:t>
                      </a:r>
                    </a:p>
                  </a:txBody>
                  <a:tcPr marL="25901" marR="25901" marT="12950" marB="1295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GB" sz="1100" b="1" dirty="0"/>
                        <a:t>Non-Functional Requirement </a:t>
                      </a:r>
                      <a:endParaRPr lang="en-GB" sz="1100" dirty="0"/>
                    </a:p>
                  </a:txBody>
                  <a:tcPr marL="25901" marR="25901" marT="12950" marB="1295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706516"/>
                  </a:ext>
                </a:extLst>
              </a:tr>
              <a:tr h="4760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b="1" dirty="0"/>
                        <a:t>Requirement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F81BD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dirty="0"/>
                        <a:t>It is mandatory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F81BD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dirty="0"/>
                        <a:t>It is non-mandatory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F81BD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498127"/>
                  </a:ext>
                </a:extLst>
              </a:tr>
              <a:tr h="3659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b="1" dirty="0"/>
                        <a:t>Capturing type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It is captured in use case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It is captured as a quality attribute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855106"/>
                  </a:ext>
                </a:extLst>
              </a:tr>
              <a:tr h="4760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b="1" dirty="0"/>
                        <a:t>End-result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dirty="0"/>
                        <a:t>Product feature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dirty="0"/>
                        <a:t>Product properties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787067"/>
                  </a:ext>
                </a:extLst>
              </a:tr>
              <a:tr h="4760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b="1" dirty="0"/>
                        <a:t>Capturing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dirty="0"/>
                        <a:t>Easy to capture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dirty="0"/>
                        <a:t>Hard to capture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00320"/>
                  </a:ext>
                </a:extLst>
              </a:tr>
              <a:tr h="4760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b="1" dirty="0"/>
                        <a:t>Objective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Helps you verify the functionality of the software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Helps you to verify the performance of the software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040848"/>
                  </a:ext>
                </a:extLst>
              </a:tr>
              <a:tr h="3659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b="1" dirty="0"/>
                        <a:t>Area of focus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dirty="0"/>
                        <a:t>Focus on user requirement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Concentrates on the user's expectation.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620116"/>
                  </a:ext>
                </a:extLst>
              </a:tr>
              <a:tr h="3659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b="1" dirty="0"/>
                        <a:t>Documentation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Describe what the product does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Describes how the product works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385298"/>
                  </a:ext>
                </a:extLst>
              </a:tr>
              <a:tr h="6188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b="1" dirty="0"/>
                        <a:t>Type of Testing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dirty="0"/>
                        <a:t>Functional Testing like System, Integration, End to End, API testing, etc.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Non-Functional Testing like Performance, Stress, Usability, Security testing, etc.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259107"/>
                  </a:ext>
                </a:extLst>
              </a:tr>
              <a:tr h="6099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b="1" dirty="0"/>
                        <a:t>Test Execution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Test Execution is done before non-functional testing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dirty="0"/>
                        <a:t>After the functional testing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071193"/>
                  </a:ext>
                </a:extLst>
              </a:tr>
              <a:tr h="4760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b="1" dirty="0"/>
                        <a:t>Product Info 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dirty="0"/>
                        <a:t>Product Feature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GB" sz="1200" dirty="0"/>
                        <a:t>Product Properties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995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8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8407-3E0D-BC95-73C5-7354B7FB3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08676662-A6FB-7877-4F3B-7E8430A2A2C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E89D9D87-C28E-AD2A-F7F9-A1CAF240AFC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2067" y="0"/>
            <a:ext cx="3976577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5E81F278-A1A6-416C-8A06-A77BB6FA7725}"/>
              </a:ext>
            </a:extLst>
          </p:cNvPr>
          <p:cNvSpPr txBox="1"/>
          <p:nvPr/>
        </p:nvSpPr>
        <p:spPr>
          <a:xfrm>
            <a:off x="389777" y="1499859"/>
            <a:ext cx="7585824" cy="833663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4000" b="1" dirty="0" err="1">
                <a:solidFill>
                  <a:srgbClr val="6632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lang="nl-NL" sz="4000" b="1" dirty="0">
                <a:solidFill>
                  <a:srgbClr val="6632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Requirements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5C991520-9EC9-9C63-FBEA-AAC2DDA68C2B}"/>
              </a:ext>
            </a:extLst>
          </p:cNvPr>
          <p:cNvSpPr txBox="1"/>
          <p:nvPr/>
        </p:nvSpPr>
        <p:spPr>
          <a:xfrm>
            <a:off x="389777" y="642308"/>
            <a:ext cx="470886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</a:t>
            </a:r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Analysis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855B8459-3AED-5715-2341-CB9180CDD1E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777" y="5556293"/>
            <a:ext cx="2290794" cy="97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42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C0A18-CAB9-839E-0702-56030BFF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1E095AC8-9127-6875-8562-A8DE14F90E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D72ABC1C-C777-7A7F-066E-8C085EE72CE6}"/>
              </a:ext>
            </a:extLst>
          </p:cNvPr>
          <p:cNvSpPr txBox="1"/>
          <p:nvPr/>
        </p:nvSpPr>
        <p:spPr>
          <a:xfrm>
            <a:off x="389777" y="642308"/>
            <a:ext cx="543625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Requirements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4A40CA8-C471-628E-8E4F-498FD5596A9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D13E3842-374E-5779-6652-0F87C1974283}"/>
              </a:ext>
            </a:extLst>
          </p:cNvPr>
          <p:cNvSpPr txBox="1">
            <a:spLocks/>
          </p:cNvSpPr>
          <p:nvPr/>
        </p:nvSpPr>
        <p:spPr>
          <a:xfrm>
            <a:off x="1356090" y="1380359"/>
            <a:ext cx="5767724" cy="3224632"/>
          </a:xfrm>
          <a:prstGeom prst="rect">
            <a:avLst/>
          </a:prstGeom>
        </p:spPr>
        <p:txBody>
          <a:bodyPr>
            <a:normAutofit/>
          </a:bodyPr>
          <a:lstStyle>
            <a:lvl1pPr marL="222250" indent="-2222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tabLst/>
              <a:defRPr sz="2000" kern="1200">
                <a:solidFill>
                  <a:schemeClr val="tx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666750" indent="-209550" algn="l" defTabSz="457200" rtl="0" eaLnBrk="1" latinLnBrk="0" hangingPunct="1">
              <a:spcBef>
                <a:spcPct val="20000"/>
              </a:spcBef>
              <a:buFont typeface="Arial"/>
              <a:buChar char="–"/>
              <a:tabLst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/>
              <a:t>7 quality categories </a:t>
            </a:r>
          </a:p>
          <a:p>
            <a:endParaRPr lang="en-NL" dirty="0"/>
          </a:p>
          <a:p>
            <a:r>
              <a:rPr lang="en-NL" dirty="0"/>
              <a:t>Using </a:t>
            </a:r>
            <a:r>
              <a:rPr lang="en-US" dirty="0"/>
              <a:t>an educational software system where a student can register for different courses</a:t>
            </a:r>
            <a:r>
              <a:rPr lang="en-NL" dirty="0"/>
              <a:t>, as </a:t>
            </a:r>
            <a:r>
              <a:rPr lang="en-GB" dirty="0"/>
              <a:t>an </a:t>
            </a:r>
            <a:r>
              <a:rPr lang="en-NL" dirty="0"/>
              <a:t>example</a:t>
            </a:r>
            <a:endParaRPr lang="en-US" dirty="0"/>
          </a:p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2" name="Content Placeholder 6" descr="Chart, pie chart&#10;&#10;Description automatically generated">
            <a:extLst>
              <a:ext uri="{FF2B5EF4-FFF2-40B4-BE49-F238E27FC236}">
                <a16:creationId xmlns:a16="http://schemas.microsoft.com/office/drawing/2014/main" id="{75498585-4BA1-D0D6-90CC-F41763D56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827" y="1826026"/>
            <a:ext cx="4439326" cy="37302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770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5F70F-114B-A9CC-71BD-92E26A14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48010FA-FFFA-0FD1-3A54-E9BDCE771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6258081A-701A-84BE-8BB1-0B143D47AD92}"/>
              </a:ext>
            </a:extLst>
          </p:cNvPr>
          <p:cNvSpPr txBox="1"/>
          <p:nvPr/>
        </p:nvSpPr>
        <p:spPr>
          <a:xfrm>
            <a:off x="389777" y="642308"/>
            <a:ext cx="543625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162CC070-C84F-2015-FBC4-E549D8C2BDC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C4D64C-4A14-945F-DEB9-AB4A4380D448}"/>
              </a:ext>
            </a:extLst>
          </p:cNvPr>
          <p:cNvSpPr txBox="1"/>
          <p:nvPr/>
        </p:nvSpPr>
        <p:spPr>
          <a:xfrm>
            <a:off x="733648" y="1579368"/>
            <a:ext cx="9502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C00000"/>
                </a:solidFill>
                <a:latin typeface="Arial Nova Light" panose="020B0304020202020204" pitchFamily="34" charset="0"/>
              </a:rPr>
              <a:t>Bad Requirement</a:t>
            </a:r>
            <a:r>
              <a:rPr lang="en-NL" b="1" dirty="0">
                <a:latin typeface="Arial Nova Light" panose="020B0304020202020204" pitchFamily="34" charset="0"/>
              </a:rPr>
              <a:t>						    </a:t>
            </a:r>
            <a:r>
              <a:rPr lang="en-NL" b="1" dirty="0">
                <a:solidFill>
                  <a:srgbClr val="00B050"/>
                </a:solidFill>
                <a:latin typeface="Arial Nova Light" panose="020B0304020202020204" pitchFamily="34" charset="0"/>
              </a:rPr>
              <a:t>Good Requirement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742416-62D7-CD7E-C654-E85A7497A4F8}"/>
              </a:ext>
            </a:extLst>
          </p:cNvPr>
          <p:cNvSpPr txBox="1">
            <a:spLocks/>
          </p:cNvSpPr>
          <p:nvPr/>
        </p:nvSpPr>
        <p:spPr>
          <a:xfrm>
            <a:off x="733648" y="2174008"/>
            <a:ext cx="4520912" cy="1488952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Students will be able to enroll in undergraduate and postgraduate courses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NL" sz="180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00EB90B-965A-1437-1339-71285C5835CF}"/>
              </a:ext>
            </a:extLst>
          </p:cNvPr>
          <p:cNvSpPr txBox="1">
            <a:spLocks/>
          </p:cNvSpPr>
          <p:nvPr/>
        </p:nvSpPr>
        <p:spPr>
          <a:xfrm>
            <a:off x="7355197" y="2174008"/>
            <a:ext cx="3886200" cy="1488952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/>
              <a:t>Students will be able to enroll to undergraduate courses</a:t>
            </a:r>
          </a:p>
          <a:p>
            <a:pPr marL="0" indent="0">
              <a:buFont typeface="Arial"/>
              <a:buNone/>
            </a:pPr>
            <a:r>
              <a:rPr lang="en-US" sz="1800" dirty="0"/>
              <a:t>Students will be able to enroll to post-graduate course</a:t>
            </a:r>
            <a:endParaRPr lang="en-NL" sz="180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6D555C33-6332-CE5F-F529-54C3860D6FC9}"/>
              </a:ext>
            </a:extLst>
          </p:cNvPr>
          <p:cNvSpPr txBox="1">
            <a:spLocks/>
          </p:cNvSpPr>
          <p:nvPr/>
        </p:nvSpPr>
        <p:spPr>
          <a:xfrm>
            <a:off x="2067104" y="4202497"/>
            <a:ext cx="9084980" cy="1858061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/>
              <a:t>Each requirement should address one specific functionality or </a:t>
            </a:r>
            <a:r>
              <a:rPr lang="en-GB" sz="1800" dirty="0" err="1"/>
              <a:t>behavior</a:t>
            </a:r>
            <a:r>
              <a:rPr lang="en-GB" sz="1800" dirty="0"/>
              <a:t>. Avoid combining multiple functionalities into one requirement.</a:t>
            </a:r>
          </a:p>
          <a:p>
            <a:pPr marL="0" indent="0">
              <a:buNone/>
            </a:pPr>
            <a:endParaRPr lang="en-NL" sz="1800" dirty="0"/>
          </a:p>
          <a:p>
            <a:pPr marL="0" indent="0">
              <a:buFont typeface="Arial"/>
              <a:buNone/>
            </a:pPr>
            <a:r>
              <a:rPr lang="en-US" sz="1800" dirty="0"/>
              <a:t>T</a:t>
            </a:r>
            <a:r>
              <a:rPr lang="en-NL" sz="1800" dirty="0"/>
              <a:t>he</a:t>
            </a:r>
            <a:r>
              <a:rPr lang="en-US" sz="1800" dirty="0"/>
              <a:t> bad requirement is not atomic because it talks about two different entities undergraduate and post-graduate courses</a:t>
            </a:r>
            <a:r>
              <a:rPr lang="en-NL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456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A7522-B0EF-E87C-244F-D6E9D0C4D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587ED954-B77A-BEAE-64D1-028CE3DE36E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D773B791-F3E9-6414-19E1-9F1D838AE907}"/>
              </a:ext>
            </a:extLst>
          </p:cNvPr>
          <p:cNvSpPr txBox="1"/>
          <p:nvPr/>
        </p:nvSpPr>
        <p:spPr>
          <a:xfrm>
            <a:off x="389777" y="642308"/>
            <a:ext cx="7669702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Uniquely identified and Traceable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60323A46-CE0D-94B8-4298-30D9D0C02EC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D480D074-3785-A980-8C5F-8585D3FF057D}"/>
              </a:ext>
            </a:extLst>
          </p:cNvPr>
          <p:cNvSpPr txBox="1">
            <a:spLocks/>
          </p:cNvSpPr>
          <p:nvPr/>
        </p:nvSpPr>
        <p:spPr>
          <a:xfrm>
            <a:off x="6251944" y="5278632"/>
            <a:ext cx="5374045" cy="937060"/>
          </a:xfrm>
          <a:prstGeom prst="rect">
            <a:avLst/>
          </a:prstGeom>
        </p:spPr>
        <p:txBody>
          <a:bodyPr>
            <a:normAutofit/>
          </a:bodyPr>
          <a:lstStyle>
            <a:lvl1pPr marL="222250" indent="-2222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tabLst/>
              <a:defRPr sz="2000" kern="1200">
                <a:solidFill>
                  <a:schemeClr val="tx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666750" indent="-209550" algn="l" defTabSz="457200" rtl="0" eaLnBrk="1" latinLnBrk="0" hangingPunct="1">
              <a:spcBef>
                <a:spcPct val="20000"/>
              </a:spcBef>
              <a:buFont typeface="Arial"/>
              <a:buChar char="–"/>
              <a:tabLst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BCEED7-6F4A-FBA6-1597-4DEBED4D6AA5}"/>
              </a:ext>
            </a:extLst>
          </p:cNvPr>
          <p:cNvSpPr txBox="1"/>
          <p:nvPr/>
        </p:nvSpPr>
        <p:spPr>
          <a:xfrm>
            <a:off x="954856" y="1579368"/>
            <a:ext cx="972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C00000"/>
                </a:solidFill>
                <a:latin typeface="Arial Nova Light" panose="020B0304020202020204" pitchFamily="34" charset="0"/>
              </a:rPr>
              <a:t>Bad Requirement</a:t>
            </a:r>
            <a:r>
              <a:rPr lang="en-NL" b="1" dirty="0">
                <a:latin typeface="Arial Nova Light" panose="020B0304020202020204" pitchFamily="34" charset="0"/>
              </a:rPr>
              <a:t>				</a:t>
            </a:r>
            <a:r>
              <a:rPr lang="en-GB" b="1" dirty="0">
                <a:latin typeface="Arial Nova Light" panose="020B0304020202020204" pitchFamily="34" charset="0"/>
              </a:rPr>
              <a:t>	  </a:t>
            </a:r>
            <a:r>
              <a:rPr lang="en-NL" b="1" dirty="0">
                <a:latin typeface="Arial Nova Light" panose="020B0304020202020204" pitchFamily="34" charset="0"/>
              </a:rPr>
              <a:t> </a:t>
            </a:r>
            <a:r>
              <a:rPr lang="en-NL" b="1" dirty="0">
                <a:solidFill>
                  <a:srgbClr val="00B050"/>
                </a:solidFill>
                <a:latin typeface="Arial Nova Light" panose="020B0304020202020204" pitchFamily="34" charset="0"/>
              </a:rPr>
              <a:t>Good Requirement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BB2720D7-1072-960A-AA70-D7A0879FE19F}"/>
              </a:ext>
            </a:extLst>
          </p:cNvPr>
          <p:cNvSpPr txBox="1">
            <a:spLocks/>
          </p:cNvSpPr>
          <p:nvPr/>
        </p:nvSpPr>
        <p:spPr>
          <a:xfrm>
            <a:off x="954855" y="2103305"/>
            <a:ext cx="3886200" cy="1647825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1- Students will be able to enroll to undergraduate courses</a:t>
            </a:r>
            <a:endParaRPr lang="en-NL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1- Students will be able to enroll to post-graduate courses</a:t>
            </a:r>
            <a:endParaRPr lang="en-NL" sz="180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9E61010-94C4-F1D2-A717-5867177D66B7}"/>
              </a:ext>
            </a:extLst>
          </p:cNvPr>
          <p:cNvSpPr txBox="1">
            <a:spLocks/>
          </p:cNvSpPr>
          <p:nvPr/>
        </p:nvSpPr>
        <p:spPr>
          <a:xfrm>
            <a:off x="6613451" y="2098374"/>
            <a:ext cx="5152944" cy="1488952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NL" sz="1800" dirty="0"/>
              <a:t>UR1 S</a:t>
            </a:r>
            <a:r>
              <a:rPr lang="en-US" sz="1800" dirty="0"/>
              <a:t>tudents will be able to enroll</a:t>
            </a:r>
            <a:br>
              <a:rPr lang="en-NL" sz="1800" dirty="0"/>
            </a:br>
            <a:r>
              <a:rPr lang="en-NL" sz="1800" dirty="0"/>
              <a:t>	 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</a:t>
            </a:r>
            <a:r>
              <a:rPr lang="en-NL" sz="1800" dirty="0"/>
              <a:t> </a:t>
            </a:r>
            <a:r>
              <a:rPr lang="en-US" sz="1800" dirty="0"/>
              <a:t>undergraduate courses</a:t>
            </a:r>
            <a:endParaRPr lang="en-NL" sz="1800" dirty="0"/>
          </a:p>
          <a:p>
            <a:pPr marL="57150" indent="0">
              <a:buNone/>
            </a:pPr>
            <a:r>
              <a:rPr lang="en-NL" sz="1800" dirty="0"/>
              <a:t>UR2 </a:t>
            </a:r>
            <a:r>
              <a:rPr lang="en-US" sz="1800" dirty="0"/>
              <a:t>Students will be able to enroll </a:t>
            </a:r>
            <a:br>
              <a:rPr lang="en-NL" sz="1800" dirty="0"/>
            </a:br>
            <a:r>
              <a:rPr lang="en-NL" sz="1800" dirty="0"/>
              <a:t>	  </a:t>
            </a:r>
            <a:r>
              <a:rPr lang="en-US" sz="1800" dirty="0"/>
              <a:t>to post-graduate courses</a:t>
            </a:r>
            <a:endParaRPr lang="en-NL" sz="180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9B705FD-6BEC-ACC4-8DE8-6CC3F7DEB8BA}"/>
              </a:ext>
            </a:extLst>
          </p:cNvPr>
          <p:cNvSpPr txBox="1">
            <a:spLocks/>
          </p:cNvSpPr>
          <p:nvPr/>
        </p:nvSpPr>
        <p:spPr>
          <a:xfrm>
            <a:off x="1745866" y="4202497"/>
            <a:ext cx="9482115" cy="2013195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800" dirty="0"/>
              <a:t>Provide unique ID’s for your requirements, so that you can refer to them easily. So, w</a:t>
            </a:r>
            <a:r>
              <a:rPr lang="en-US" sz="1800" dirty="0"/>
              <a:t>e should be able to take every business requirements and map it to the corresponding one or more </a:t>
            </a:r>
            <a:r>
              <a:rPr lang="en-NL" sz="1800" dirty="0"/>
              <a:t>user- </a:t>
            </a:r>
            <a:r>
              <a:rPr lang="en-US" sz="1800" dirty="0"/>
              <a:t>and </a:t>
            </a:r>
            <a:r>
              <a:rPr lang="en-NL" sz="1800" dirty="0"/>
              <a:t>system </a:t>
            </a:r>
            <a:r>
              <a:rPr lang="en-US" sz="1800" dirty="0"/>
              <a:t>requirement</a:t>
            </a:r>
            <a:r>
              <a:rPr lang="en-NL" sz="1800" dirty="0"/>
              <a:t>s!</a:t>
            </a:r>
          </a:p>
          <a:p>
            <a:pPr marL="0" indent="0">
              <a:buNone/>
            </a:pPr>
            <a:endParaRPr lang="en-NL" sz="1800" dirty="0"/>
          </a:p>
          <a:p>
            <a:pPr marL="0" indent="0">
              <a:buFont typeface="Arial"/>
              <a:buNone/>
            </a:pPr>
            <a:r>
              <a:rPr lang="en-NL" sz="1800" dirty="0"/>
              <a:t>For the bad requirements, you would not know which requirement is meant when referring to ID 1</a:t>
            </a:r>
          </a:p>
        </p:txBody>
      </p:sp>
    </p:spTree>
    <p:extLst>
      <p:ext uri="{BB962C8B-B14F-4D97-AF65-F5344CB8AC3E}">
        <p14:creationId xmlns:p14="http://schemas.microsoft.com/office/powerpoint/2010/main" val="107888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A7E10-E6BF-3E0B-F41E-A8189CDF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EA10290-30BC-9D52-9284-FCEAB984FAF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E31F14C5-4D0D-966F-DEAC-E6E6158748D8}"/>
              </a:ext>
            </a:extLst>
          </p:cNvPr>
          <p:cNvSpPr txBox="1"/>
          <p:nvPr/>
        </p:nvSpPr>
        <p:spPr>
          <a:xfrm>
            <a:off x="389777" y="642308"/>
            <a:ext cx="543625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B761F128-9728-FC69-5C00-BEEB1D6F566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EB84DD-31F3-C974-F8FC-854E9108A039}"/>
              </a:ext>
            </a:extLst>
          </p:cNvPr>
          <p:cNvSpPr txBox="1"/>
          <p:nvPr/>
        </p:nvSpPr>
        <p:spPr>
          <a:xfrm>
            <a:off x="1356089" y="1579368"/>
            <a:ext cx="872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C00000"/>
                </a:solidFill>
                <a:latin typeface="Arial Nova Light" panose="020B0304020202020204" pitchFamily="34" charset="0"/>
              </a:rPr>
              <a:t>Bad Requirement</a:t>
            </a:r>
            <a:r>
              <a:rPr lang="en-NL" b="1" dirty="0">
                <a:latin typeface="Arial Nova Light" panose="020B0304020202020204" pitchFamily="34" charset="0"/>
              </a:rPr>
              <a:t>					</a:t>
            </a:r>
            <a:r>
              <a:rPr lang="en-GB" b="1" dirty="0">
                <a:latin typeface="Arial Nova Light" panose="020B0304020202020204" pitchFamily="34" charset="0"/>
              </a:rPr>
              <a:t>          </a:t>
            </a:r>
            <a:r>
              <a:rPr lang="en-NL" b="1" dirty="0">
                <a:solidFill>
                  <a:srgbClr val="00B050"/>
                </a:solidFill>
                <a:latin typeface="Arial Nova Light" panose="020B0304020202020204" pitchFamily="34" charset="0"/>
              </a:rPr>
              <a:t>Good Requirement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9C0A722A-0B2D-EA0F-E621-6F109D1D3E35}"/>
              </a:ext>
            </a:extLst>
          </p:cNvPr>
          <p:cNvSpPr txBox="1">
            <a:spLocks/>
          </p:cNvSpPr>
          <p:nvPr/>
        </p:nvSpPr>
        <p:spPr>
          <a:xfrm>
            <a:off x="1356090" y="2062520"/>
            <a:ext cx="3886200" cy="1647825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A professor user will log into the system by providing his username, password, and other relevant information</a:t>
            </a:r>
            <a:endParaRPr lang="en-NL" sz="1800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2DEA3F5-483E-C1C2-594B-F4D781DE6ED2}"/>
              </a:ext>
            </a:extLst>
          </p:cNvPr>
          <p:cNvSpPr txBox="1">
            <a:spLocks/>
          </p:cNvSpPr>
          <p:nvPr/>
        </p:nvSpPr>
        <p:spPr>
          <a:xfrm>
            <a:off x="7505253" y="2290916"/>
            <a:ext cx="3886200" cy="1111413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A professor user will log into the system by providing his username, password and department code</a:t>
            </a:r>
            <a:endParaRPr lang="en-NL" sz="180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8F1A5F9-2D49-E0A7-2D6B-FD8C1B8B6AA3}"/>
              </a:ext>
            </a:extLst>
          </p:cNvPr>
          <p:cNvSpPr txBox="1">
            <a:spLocks/>
          </p:cNvSpPr>
          <p:nvPr/>
        </p:nvSpPr>
        <p:spPr>
          <a:xfrm>
            <a:off x="1457766" y="4052561"/>
            <a:ext cx="9276468" cy="1986732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800" dirty="0"/>
              <a:t>Each </a:t>
            </a:r>
            <a:r>
              <a:rPr lang="en-US" sz="1800" dirty="0"/>
              <a:t>and every requirement should be complete. </a:t>
            </a:r>
            <a:endParaRPr lang="en-NL" sz="1800" dirty="0"/>
          </a:p>
          <a:p>
            <a:pPr marL="0" indent="0">
              <a:buNone/>
            </a:pPr>
            <a:endParaRPr lang="en-NL" sz="1800" dirty="0"/>
          </a:p>
          <a:p>
            <a:pPr marL="0" indent="0">
              <a:buNone/>
            </a:pPr>
            <a:r>
              <a:rPr lang="en-NL" sz="1800" dirty="0"/>
              <a:t>The </a:t>
            </a:r>
            <a:r>
              <a:rPr lang="en-US" sz="1800" dirty="0"/>
              <a:t>bad requirement says, "and other relevant information". </a:t>
            </a:r>
            <a:br>
              <a:rPr lang="en-NL" sz="1800" dirty="0"/>
            </a:br>
            <a:r>
              <a:rPr lang="en-US" sz="1800" dirty="0"/>
              <a:t>Here the other relevant information is not clear</a:t>
            </a:r>
            <a:endParaRPr lang="en-NL" sz="1800" dirty="0"/>
          </a:p>
        </p:txBody>
      </p:sp>
    </p:spTree>
    <p:extLst>
      <p:ext uri="{BB962C8B-B14F-4D97-AF65-F5344CB8AC3E}">
        <p14:creationId xmlns:p14="http://schemas.microsoft.com/office/powerpoint/2010/main" val="419114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399D2AE3-661F-354C-99D2-85C886F55F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F1DED566-BAFB-EB49-86BC-C1E81EB62E58}"/>
              </a:ext>
            </a:extLst>
          </p:cNvPr>
          <p:cNvSpPr txBox="1"/>
          <p:nvPr/>
        </p:nvSpPr>
        <p:spPr>
          <a:xfrm>
            <a:off x="389777" y="642308"/>
            <a:ext cx="6159879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and </a:t>
            </a:r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unambiguous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AB4ED022-7F7E-6745-A55D-2102814A01E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286F0E-0C1E-1F1F-A07E-67E777AFE4C6}"/>
              </a:ext>
            </a:extLst>
          </p:cNvPr>
          <p:cNvSpPr txBox="1"/>
          <p:nvPr/>
        </p:nvSpPr>
        <p:spPr>
          <a:xfrm>
            <a:off x="1263199" y="1579368"/>
            <a:ext cx="822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C00000"/>
                </a:solidFill>
                <a:latin typeface="Arial Nova Light" panose="020B0304020202020204" pitchFamily="34" charset="0"/>
              </a:rPr>
              <a:t>Bad Requirement</a:t>
            </a:r>
            <a:r>
              <a:rPr lang="en-NL" b="1" dirty="0">
                <a:latin typeface="Arial Nova Light" panose="020B0304020202020204" pitchFamily="34" charset="0"/>
              </a:rPr>
              <a:t>				</a:t>
            </a:r>
            <a:r>
              <a:rPr lang="en-GB" b="1" dirty="0">
                <a:latin typeface="Arial Nova Light" panose="020B0304020202020204" pitchFamily="34" charset="0"/>
              </a:rPr>
              <a:t>                         </a:t>
            </a:r>
            <a:r>
              <a:rPr lang="en-NL" b="1" dirty="0">
                <a:solidFill>
                  <a:srgbClr val="00B050"/>
                </a:solidFill>
                <a:latin typeface="Arial Nova Light" panose="020B0304020202020204" pitchFamily="34" charset="0"/>
              </a:rPr>
              <a:t>Good Requirement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8397429-7343-33C5-4038-193719F4770B}"/>
              </a:ext>
            </a:extLst>
          </p:cNvPr>
          <p:cNvSpPr txBox="1">
            <a:spLocks/>
          </p:cNvSpPr>
          <p:nvPr/>
        </p:nvSpPr>
        <p:spPr>
          <a:xfrm>
            <a:off x="1263199" y="2104671"/>
            <a:ext cx="3886200" cy="1647825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A student will have either undergraduate courses or post-graduate courses but not both. </a:t>
            </a:r>
            <a:endParaRPr lang="en-NL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Some courses will be open to both under-graduate and post-graduate</a:t>
            </a:r>
            <a:endParaRPr lang="en-NL" sz="1800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0EACB82A-A3D5-DD49-75EA-85086343C7E9}"/>
              </a:ext>
            </a:extLst>
          </p:cNvPr>
          <p:cNvSpPr txBox="1">
            <a:spLocks/>
          </p:cNvSpPr>
          <p:nvPr/>
        </p:nvSpPr>
        <p:spPr>
          <a:xfrm>
            <a:off x="7390793" y="2104671"/>
            <a:ext cx="3886200" cy="1488952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A student will have either undergraduate or </a:t>
            </a:r>
            <a:r>
              <a:rPr lang="en-GB" sz="1800" dirty="0"/>
              <a:t>post-graduate</a:t>
            </a:r>
            <a:r>
              <a:rPr lang="en-US" sz="1800" dirty="0"/>
              <a:t> but not both</a:t>
            </a:r>
          </a:p>
          <a:p>
            <a:pPr marL="0" indent="0">
              <a:buNone/>
            </a:pPr>
            <a:endParaRPr lang="en-NL" sz="1800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7BA26B62-3F8B-2041-8871-5B0284217423}"/>
              </a:ext>
            </a:extLst>
          </p:cNvPr>
          <p:cNvSpPr txBox="1">
            <a:spLocks/>
          </p:cNvSpPr>
          <p:nvPr/>
        </p:nvSpPr>
        <p:spPr>
          <a:xfrm>
            <a:off x="1751622" y="4186929"/>
            <a:ext cx="9178287" cy="2028763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800" dirty="0"/>
              <a:t>For each</a:t>
            </a:r>
            <a:r>
              <a:rPr lang="en-NL" sz="1800" dirty="0"/>
              <a:t> </a:t>
            </a:r>
            <a:r>
              <a:rPr lang="en-US" sz="1800" dirty="0"/>
              <a:t>requirement, you should </a:t>
            </a:r>
            <a:r>
              <a:rPr lang="en-NL" sz="1800" dirty="0"/>
              <a:t>be consistent and not contradict </a:t>
            </a:r>
            <a:r>
              <a:rPr lang="en-GB" sz="1800" dirty="0"/>
              <a:t>with </a:t>
            </a:r>
            <a:r>
              <a:rPr lang="en-NL" sz="1800" dirty="0"/>
              <a:t>other requirements</a:t>
            </a:r>
          </a:p>
          <a:p>
            <a:pPr marL="0" indent="0">
              <a:buNone/>
            </a:pPr>
            <a:br>
              <a:rPr lang="en-NL" sz="1800" dirty="0"/>
            </a:br>
            <a:r>
              <a:rPr lang="en-US" sz="1800" dirty="0"/>
              <a:t>The problem </a:t>
            </a:r>
            <a:r>
              <a:rPr lang="en-NL" sz="1800" dirty="0"/>
              <a:t>here is </a:t>
            </a:r>
            <a:r>
              <a:rPr lang="en-US" sz="1800" dirty="0"/>
              <a:t>that the first requirement conflicts with the </a:t>
            </a:r>
            <a:r>
              <a:rPr lang="en-NL" sz="1800" dirty="0"/>
              <a:t>second </a:t>
            </a:r>
            <a:r>
              <a:rPr lang="en-US" sz="1800" dirty="0"/>
              <a:t>requirement and it tells that some courses will open to both post-graduate and under-graduate. </a:t>
            </a:r>
            <a:endParaRPr lang="en-NL" sz="1800" dirty="0"/>
          </a:p>
        </p:txBody>
      </p:sp>
    </p:spTree>
    <p:extLst>
      <p:ext uri="{BB962C8B-B14F-4D97-AF65-F5344CB8AC3E}">
        <p14:creationId xmlns:p14="http://schemas.microsoft.com/office/powerpoint/2010/main" val="383439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274C2-4543-CBBB-E49E-C837AEDB8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DD9E3557-AF9C-F27F-E2EF-E98E8A7460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6DD84C4A-1EDE-6A41-E6DB-CC032EED395F}"/>
              </a:ext>
            </a:extLst>
          </p:cNvPr>
          <p:cNvSpPr txBox="1"/>
          <p:nvPr/>
        </p:nvSpPr>
        <p:spPr>
          <a:xfrm>
            <a:off x="389777" y="642308"/>
            <a:ext cx="543625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Prioritised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3EFA76C0-E789-61F7-A249-ED1B2E7C856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5128F5-6A64-50DC-7D03-4535A7B1346F}"/>
              </a:ext>
            </a:extLst>
          </p:cNvPr>
          <p:cNvSpPr txBox="1"/>
          <p:nvPr/>
        </p:nvSpPr>
        <p:spPr>
          <a:xfrm>
            <a:off x="1252568" y="1579368"/>
            <a:ext cx="968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C00000"/>
                </a:solidFill>
                <a:latin typeface="Arial Nova Light" panose="020B0304020202020204" pitchFamily="34" charset="0"/>
              </a:rPr>
              <a:t>Bad Requirement</a:t>
            </a:r>
            <a:r>
              <a:rPr lang="en-NL" b="1" dirty="0">
                <a:latin typeface="Arial Nova Light" panose="020B0304020202020204" pitchFamily="34" charset="0"/>
              </a:rPr>
              <a:t>					</a:t>
            </a:r>
            <a:r>
              <a:rPr lang="en-GB" b="1" dirty="0">
                <a:latin typeface="Arial Nova Light" panose="020B0304020202020204" pitchFamily="34" charset="0"/>
              </a:rPr>
              <a:t>              </a:t>
            </a:r>
            <a:r>
              <a:rPr lang="en-NL" b="1" dirty="0">
                <a:solidFill>
                  <a:srgbClr val="00B050"/>
                </a:solidFill>
                <a:latin typeface="Arial Nova Light" panose="020B0304020202020204" pitchFamily="34" charset="0"/>
              </a:rPr>
              <a:t>Good Requirement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F997AA7-1ACF-0C62-D6E7-536DEBB62D65}"/>
              </a:ext>
            </a:extLst>
          </p:cNvPr>
          <p:cNvSpPr txBox="1">
            <a:spLocks/>
          </p:cNvSpPr>
          <p:nvPr/>
        </p:nvSpPr>
        <p:spPr>
          <a:xfrm>
            <a:off x="1252567" y="1995168"/>
            <a:ext cx="3886200" cy="1647825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Registered student</a:t>
            </a:r>
            <a:r>
              <a:rPr lang="en-NL" sz="1800" dirty="0"/>
              <a:t> – Priority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Maintain</a:t>
            </a:r>
            <a:r>
              <a:rPr lang="en-NL" sz="1800" dirty="0"/>
              <a:t> </a:t>
            </a:r>
            <a:r>
              <a:rPr lang="en-US" sz="1800" dirty="0"/>
              <a:t>User Info</a:t>
            </a:r>
            <a:r>
              <a:rPr lang="en-NL" sz="1800" dirty="0"/>
              <a:t> – </a:t>
            </a:r>
            <a:r>
              <a:rPr lang="en-US" sz="1800" dirty="0"/>
              <a:t>Priority </a:t>
            </a:r>
            <a:r>
              <a:rPr lang="en-NL" sz="1800" dirty="0"/>
              <a:t> </a:t>
            </a:r>
            <a:r>
              <a:rPr lang="en-US" sz="1800" dirty="0"/>
              <a:t>1</a:t>
            </a:r>
            <a:endParaRPr lang="en-NL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Enroll courses</a:t>
            </a:r>
            <a:r>
              <a:rPr lang="en-NL" sz="1800" dirty="0"/>
              <a:t> –  </a:t>
            </a:r>
            <a:r>
              <a:rPr lang="en-US" sz="1800" dirty="0"/>
              <a:t>Priority 1</a:t>
            </a:r>
            <a:endParaRPr lang="en-NL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View Report Card</a:t>
            </a:r>
            <a:r>
              <a:rPr lang="en-NL" sz="1800" dirty="0"/>
              <a:t> –  </a:t>
            </a:r>
            <a:r>
              <a:rPr lang="en-US" sz="1800" dirty="0"/>
              <a:t>Priority 1</a:t>
            </a:r>
            <a:endParaRPr lang="en-NL" sz="1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C501A-2030-7184-8E0E-D29FCC78F450}"/>
              </a:ext>
            </a:extLst>
          </p:cNvPr>
          <p:cNvSpPr txBox="1">
            <a:spLocks/>
          </p:cNvSpPr>
          <p:nvPr/>
        </p:nvSpPr>
        <p:spPr>
          <a:xfrm>
            <a:off x="7631163" y="1995168"/>
            <a:ext cx="3886200" cy="1745432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Register Student</a:t>
            </a:r>
            <a:r>
              <a:rPr lang="en-NL" sz="1800" dirty="0"/>
              <a:t> –  Must have</a:t>
            </a:r>
          </a:p>
          <a:p>
            <a:pPr marL="0" indent="0">
              <a:buNone/>
            </a:pPr>
            <a:r>
              <a:rPr lang="en-US" sz="1800" dirty="0"/>
              <a:t>Maintain User Info</a:t>
            </a:r>
            <a:r>
              <a:rPr lang="en-NL" sz="1800" dirty="0"/>
              <a:t> – Should have</a:t>
            </a:r>
          </a:p>
          <a:p>
            <a:pPr marL="0" indent="0">
              <a:buNone/>
            </a:pPr>
            <a:r>
              <a:rPr lang="en-US" sz="1800" dirty="0"/>
              <a:t>Enroll courses</a:t>
            </a:r>
            <a:r>
              <a:rPr lang="en-NL" sz="1800" dirty="0"/>
              <a:t> – Must have</a:t>
            </a:r>
          </a:p>
          <a:p>
            <a:pPr marL="0" indent="0">
              <a:buNone/>
            </a:pPr>
            <a:r>
              <a:rPr lang="en-US" sz="1800" dirty="0"/>
              <a:t>View Report Card</a:t>
            </a:r>
            <a:r>
              <a:rPr lang="en-NL" sz="1800" dirty="0"/>
              <a:t> – Could have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66DFAFF-F9B7-2151-5100-ACCEC0634804}"/>
              </a:ext>
            </a:extLst>
          </p:cNvPr>
          <p:cNvSpPr txBox="1">
            <a:spLocks/>
          </p:cNvSpPr>
          <p:nvPr/>
        </p:nvSpPr>
        <p:spPr>
          <a:xfrm>
            <a:off x="1822501" y="4176697"/>
            <a:ext cx="7751762" cy="1840071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800" dirty="0"/>
              <a:t>Every </a:t>
            </a:r>
            <a:r>
              <a:rPr lang="en-US" sz="1800" dirty="0"/>
              <a:t>requirement must be prioritized, so the team has guideline which requirement </a:t>
            </a:r>
            <a:r>
              <a:rPr lang="en-NL" sz="1800" dirty="0"/>
              <a:t>it is </a:t>
            </a:r>
            <a:r>
              <a:rPr lang="en-US" sz="1800" dirty="0"/>
              <a:t>able to implement first and which can be done later.</a:t>
            </a:r>
            <a:endParaRPr lang="en-NL" sz="1800" dirty="0"/>
          </a:p>
          <a:p>
            <a:pPr marL="0" indent="0">
              <a:buFont typeface="Arial"/>
              <a:buNone/>
            </a:pPr>
            <a:endParaRPr lang="en-NL" sz="1800" dirty="0"/>
          </a:p>
          <a:p>
            <a:pPr marL="0" indent="0">
              <a:buFont typeface="Arial"/>
              <a:buNone/>
            </a:pPr>
            <a:r>
              <a:rPr lang="en-US" sz="1800" dirty="0"/>
              <a:t>T</a:t>
            </a:r>
            <a:r>
              <a:rPr lang="en-NL" sz="1800" dirty="0"/>
              <a:t>he</a:t>
            </a:r>
            <a:r>
              <a:rPr lang="en-US" sz="1800" dirty="0"/>
              <a:t> bad requirement is not </a:t>
            </a:r>
            <a:r>
              <a:rPr lang="en-NL" sz="1800" dirty="0"/>
              <a:t>prioritized, as every has the same priority</a:t>
            </a:r>
          </a:p>
        </p:txBody>
      </p:sp>
    </p:spTree>
    <p:extLst>
      <p:ext uri="{BB962C8B-B14F-4D97-AF65-F5344CB8AC3E}">
        <p14:creationId xmlns:p14="http://schemas.microsoft.com/office/powerpoint/2010/main" val="364882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88FD5-4CFD-40A1-5E15-98EC0FA3D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4F42C77-C622-5438-0AB4-9ADC7DD7F4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CCD0B6AE-92DB-E1AF-E4F0-3A32BDC89BCF}"/>
              </a:ext>
            </a:extLst>
          </p:cNvPr>
          <p:cNvSpPr txBox="1"/>
          <p:nvPr/>
        </p:nvSpPr>
        <p:spPr>
          <a:xfrm>
            <a:off x="389777" y="642308"/>
            <a:ext cx="543625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Testable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24CC0869-A95A-E8F8-9B34-CA5D5FBD35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4C6FFD-FAEA-23AC-65C2-6BBC1E0BA27B}"/>
              </a:ext>
            </a:extLst>
          </p:cNvPr>
          <p:cNvSpPr txBox="1"/>
          <p:nvPr/>
        </p:nvSpPr>
        <p:spPr>
          <a:xfrm>
            <a:off x="1241934" y="1579368"/>
            <a:ext cx="10283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C00000"/>
                </a:solidFill>
                <a:latin typeface="Arial Nova Light" panose="020B0304020202020204" pitchFamily="34" charset="0"/>
              </a:rPr>
              <a:t>Bad Requirement</a:t>
            </a:r>
            <a:r>
              <a:rPr lang="en-NL" b="1" dirty="0">
                <a:latin typeface="Arial Nova Light" panose="020B0304020202020204" pitchFamily="34" charset="0"/>
              </a:rPr>
              <a:t>						 </a:t>
            </a:r>
            <a:r>
              <a:rPr lang="en-NL" b="1" dirty="0">
                <a:solidFill>
                  <a:srgbClr val="00B050"/>
                </a:solidFill>
                <a:latin typeface="Arial Nova Light" panose="020B0304020202020204" pitchFamily="34" charset="0"/>
              </a:rPr>
              <a:t>Good Requirement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C4AFF8F-B018-D5D9-EA29-6CDC2747AD04}"/>
              </a:ext>
            </a:extLst>
          </p:cNvPr>
          <p:cNvSpPr txBox="1">
            <a:spLocks/>
          </p:cNvSpPr>
          <p:nvPr/>
        </p:nvSpPr>
        <p:spPr>
          <a:xfrm>
            <a:off x="1241934" y="2016451"/>
            <a:ext cx="3886200" cy="1647825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/>
              <a:t>Each page of the system will load in an acceptable time-frame</a:t>
            </a:r>
            <a:endParaRPr lang="en-NL" sz="1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E1C2F-C92B-2E19-5E1F-889E6A8C33F4}"/>
              </a:ext>
            </a:extLst>
          </p:cNvPr>
          <p:cNvSpPr txBox="1">
            <a:spLocks/>
          </p:cNvSpPr>
          <p:nvPr/>
        </p:nvSpPr>
        <p:spPr>
          <a:xfrm>
            <a:off x="7742803" y="2086616"/>
            <a:ext cx="3886200" cy="1488952"/>
          </a:xfrm>
          <a:prstGeom prst="rect">
            <a:avLst/>
          </a:prstGeom>
          <a:solidFill>
            <a:srgbClr val="E40086"/>
          </a:solidFill>
        </p:spPr>
        <p:txBody>
          <a:bodyPr vert="horz" wrap="square" lIns="180000" tIns="180000" rIns="180000" bIns="180000" rtlCol="0" anchor="ctr">
            <a:sp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Register student and enroll courses pages of the system will load within 5 seconds</a:t>
            </a:r>
          </a:p>
          <a:p>
            <a:pPr marL="0" indent="0">
              <a:buNone/>
            </a:pPr>
            <a:endParaRPr lang="en-NL" sz="1800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51A7745-376D-B15F-E668-220CD27C8B11}"/>
              </a:ext>
            </a:extLst>
          </p:cNvPr>
          <p:cNvSpPr txBox="1">
            <a:spLocks/>
          </p:cNvSpPr>
          <p:nvPr/>
        </p:nvSpPr>
        <p:spPr>
          <a:xfrm>
            <a:off x="1745866" y="3988201"/>
            <a:ext cx="9163139" cy="2227491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800" dirty="0"/>
              <a:t>Each </a:t>
            </a:r>
            <a:r>
              <a:rPr lang="en-US" sz="1800" dirty="0"/>
              <a:t>requirement should be testable</a:t>
            </a:r>
            <a:r>
              <a:rPr lang="en-NL" sz="1800" dirty="0"/>
              <a:t> and therefore defined SMART</a:t>
            </a:r>
          </a:p>
          <a:p>
            <a:pPr marL="0" indent="0">
              <a:buNone/>
            </a:pPr>
            <a:endParaRPr lang="en-NL" sz="1800" dirty="0"/>
          </a:p>
          <a:p>
            <a:pPr marL="0" indent="0">
              <a:buNone/>
            </a:pPr>
            <a:r>
              <a:rPr lang="en-NL" sz="1800" dirty="0"/>
              <a:t>The </a:t>
            </a:r>
            <a:r>
              <a:rPr lang="en-US" sz="1800" dirty="0"/>
              <a:t>bad requirement is "each page</a:t>
            </a:r>
            <a:r>
              <a:rPr lang="en-NL" sz="1800" dirty="0"/>
              <a:t>....</a:t>
            </a:r>
            <a:r>
              <a:rPr lang="en-US" sz="1800" dirty="0"/>
              <a:t>in an acceptable time frame". </a:t>
            </a:r>
            <a:br>
              <a:rPr lang="en-NL" sz="1800" dirty="0"/>
            </a:br>
            <a:r>
              <a:rPr lang="en-NL" sz="1800" dirty="0"/>
              <a:t>Each </a:t>
            </a:r>
            <a:r>
              <a:rPr lang="en-US" sz="1800" dirty="0"/>
              <a:t>page </a:t>
            </a:r>
            <a:r>
              <a:rPr lang="en-NL" sz="1800" dirty="0"/>
              <a:t>means </a:t>
            </a:r>
            <a:r>
              <a:rPr lang="en-US" sz="1800" dirty="0"/>
              <a:t>that there can be many pages, which going to blow up the testing efforts. </a:t>
            </a:r>
            <a:r>
              <a:rPr lang="en-NL" sz="1800" dirty="0"/>
              <a:t>Also what is an </a:t>
            </a:r>
            <a:r>
              <a:rPr lang="en-US" sz="1800" dirty="0"/>
              <a:t>acceptable time frame? </a:t>
            </a:r>
            <a:br>
              <a:rPr lang="en-NL" sz="1800" dirty="0"/>
            </a:br>
            <a:r>
              <a:rPr lang="en-US" sz="1800" dirty="0"/>
              <a:t>Acceptable to whom</a:t>
            </a:r>
            <a:r>
              <a:rPr lang="en-NL" sz="1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7697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849D1-60D9-6EEF-7B34-72C18126B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7A0E170A-7CC1-6F5F-B5BA-7107F10698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56090" cy="685800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2B98AE52-DDDD-CDCD-554D-EFE125C33DDE}"/>
              </a:ext>
            </a:extLst>
          </p:cNvPr>
          <p:cNvSpPr txBox="1"/>
          <p:nvPr/>
        </p:nvSpPr>
        <p:spPr>
          <a:xfrm>
            <a:off x="389777" y="642308"/>
            <a:ext cx="543625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 err="1">
                <a:solidFill>
                  <a:schemeClr val="bg1"/>
                </a:solidFill>
              </a:rPr>
              <a:t>Recap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29CDB138-7B62-21A8-F4FE-064324367E6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818"/>
          <a:stretch/>
        </p:blipFill>
        <p:spPr>
          <a:xfrm>
            <a:off x="389777" y="5556293"/>
            <a:ext cx="966313" cy="972550"/>
          </a:xfrm>
          <a:prstGeom prst="rect">
            <a:avLst/>
          </a:prstGeom>
        </p:spPr>
      </p:pic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EFAD43B1-B056-89D5-1150-1241EC49CC1E}"/>
              </a:ext>
            </a:extLst>
          </p:cNvPr>
          <p:cNvSpPr txBox="1">
            <a:spLocks/>
          </p:cNvSpPr>
          <p:nvPr/>
        </p:nvSpPr>
        <p:spPr>
          <a:xfrm>
            <a:off x="1356090" y="1380359"/>
            <a:ext cx="10269900" cy="3224632"/>
          </a:xfrm>
          <a:prstGeom prst="rect">
            <a:avLst/>
          </a:prstGeom>
        </p:spPr>
        <p:txBody>
          <a:bodyPr>
            <a:normAutofit/>
          </a:bodyPr>
          <a:lstStyle>
            <a:lvl1pPr marL="222250" indent="-2222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tabLst/>
              <a:defRPr sz="2000" kern="1200">
                <a:solidFill>
                  <a:schemeClr val="tx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666750" indent="-209550" algn="l" defTabSz="457200" rtl="0" eaLnBrk="1" latinLnBrk="0" hangingPunct="1">
              <a:spcBef>
                <a:spcPct val="20000"/>
              </a:spcBef>
              <a:buFont typeface="Arial"/>
              <a:buChar char="–"/>
              <a:tabLst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r>
              <a:rPr lang="en-US" dirty="0">
                <a:solidFill>
                  <a:srgbClr val="663366">
                    <a:lumMod val="50000"/>
                  </a:srgbClr>
                </a:solidFill>
              </a:rPr>
              <a:t>Requirements analysis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Tekstvak 11">
            <a:extLst>
              <a:ext uri="{FF2B5EF4-FFF2-40B4-BE49-F238E27FC236}">
                <a16:creationId xmlns:a16="http://schemas.microsoft.com/office/drawing/2014/main" id="{23F51CF5-1F23-53D4-63E0-07121705E411}"/>
              </a:ext>
            </a:extLst>
          </p:cNvPr>
          <p:cNvSpPr txBox="1"/>
          <p:nvPr/>
        </p:nvSpPr>
        <p:spPr>
          <a:xfrm>
            <a:off x="389777" y="2304162"/>
            <a:ext cx="5436257" cy="710552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3200" b="1" dirty="0">
                <a:solidFill>
                  <a:schemeClr val="bg1"/>
                </a:solidFill>
              </a:rPr>
              <a:t>Learning </a:t>
            </a:r>
            <a:r>
              <a:rPr lang="nl-NL" sz="3200" b="1" dirty="0" err="1">
                <a:solidFill>
                  <a:schemeClr val="bg1"/>
                </a:solidFill>
              </a:rPr>
              <a:t>Outcomes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37DA4-49D6-369C-6153-9261E0454250}"/>
              </a:ext>
            </a:extLst>
          </p:cNvPr>
          <p:cNvSpPr txBox="1"/>
          <p:nvPr/>
        </p:nvSpPr>
        <p:spPr>
          <a:xfrm>
            <a:off x="1356090" y="3289558"/>
            <a:ext cx="6097772" cy="1342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3366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Learning outcome 4: Professional standard</a:t>
            </a:r>
          </a:p>
          <a:p>
            <a:pPr marL="222250" marR="0" lvl="0" indent="-2222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Blip>
                <a:blip r:embed="rId5"/>
              </a:buBlip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3366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Learning outcome 5: Personal Leadership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3366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63366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614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2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 descr="Afbeelding met binnen, persoon, plafond&#10;&#10;Automatisch gegenereerde beschrijving">
            <a:extLst>
              <a:ext uri="{FF2B5EF4-FFF2-40B4-BE49-F238E27FC236}">
                <a16:creationId xmlns:a16="http://schemas.microsoft.com/office/drawing/2014/main" id="{C145F956-0D71-D2E7-703E-5D1980C4D9F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3702" y="1"/>
            <a:ext cx="10868298" cy="685800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399D2AE3-661F-354C-99D2-85C886F55F7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2067" y="0"/>
            <a:ext cx="3976577" cy="6858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AB4ED022-7F7E-6745-A55D-2102814A01E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777" y="5556293"/>
            <a:ext cx="2290794" cy="972550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C68412D2-2F38-09BE-011F-62B39AC79704}"/>
              </a:ext>
            </a:extLst>
          </p:cNvPr>
          <p:cNvSpPr txBox="1"/>
          <p:nvPr/>
        </p:nvSpPr>
        <p:spPr>
          <a:xfrm>
            <a:off x="389777" y="642308"/>
            <a:ext cx="5706223" cy="1326105"/>
          </a:xfrm>
          <a:prstGeom prst="rect">
            <a:avLst/>
          </a:prstGeom>
          <a:solidFill>
            <a:srgbClr val="E40086"/>
          </a:solidFill>
        </p:spPr>
        <p:txBody>
          <a:bodyPr wrap="square" lIns="180000" tIns="108000" rIns="180000" bIns="108000" rtlCol="0">
            <a:spAutoFit/>
          </a:bodyPr>
          <a:lstStyle/>
          <a:p>
            <a:r>
              <a:rPr lang="nl-NL" sz="4000" b="1" dirty="0" err="1">
                <a:solidFill>
                  <a:schemeClr val="bg1"/>
                </a:solidFill>
              </a:rPr>
              <a:t>Thank</a:t>
            </a:r>
            <a:r>
              <a:rPr lang="nl-NL" sz="4000" b="1" dirty="0">
                <a:solidFill>
                  <a:schemeClr val="bg1"/>
                </a:solidFill>
              </a:rPr>
              <a:t> </a:t>
            </a:r>
            <a:r>
              <a:rPr lang="nl-NL" sz="4000" b="1" dirty="0" err="1">
                <a:solidFill>
                  <a:schemeClr val="bg1"/>
                </a:solidFill>
              </a:rPr>
              <a:t>you</a:t>
            </a:r>
            <a:r>
              <a:rPr lang="nl-NL" sz="4000" b="1" dirty="0">
                <a:solidFill>
                  <a:schemeClr val="bg1"/>
                </a:solidFill>
              </a:rPr>
              <a:t>!</a:t>
            </a:r>
          </a:p>
          <a:p>
            <a:r>
              <a:rPr lang="nl-N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nl-N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Raja Gorentla</a:t>
            </a:r>
            <a:endParaRPr lang="nl-NL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The role of the parser and Error recovery strategies ppt in compiler design  | PPT">
            <a:extLst>
              <a:ext uri="{FF2B5EF4-FFF2-40B4-BE49-F238E27FC236}">
                <a16:creationId xmlns:a16="http://schemas.microsoft.com/office/drawing/2014/main" id="{ECB8CDAA-559C-72CA-44B9-CFD28B0AB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553" y="4364664"/>
            <a:ext cx="3324447" cy="249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83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ontys-basic-sheet">
  <a:themeElements>
    <a:clrScheme name="Fontys kleurenpallet">
      <a:dk1>
        <a:srgbClr val="663366"/>
      </a:dk1>
      <a:lt1>
        <a:srgbClr val="FFFFFF"/>
      </a:lt1>
      <a:dk2>
        <a:srgbClr val="663366"/>
      </a:dk2>
      <a:lt2>
        <a:srgbClr val="EEECE1"/>
      </a:lt2>
      <a:accent1>
        <a:srgbClr val="E5007D"/>
      </a:accent1>
      <a:accent2>
        <a:srgbClr val="0076E0"/>
      </a:accent2>
      <a:accent3>
        <a:srgbClr val="008386"/>
      </a:accent3>
      <a:accent4>
        <a:srgbClr val="39B549"/>
      </a:accent4>
      <a:accent5>
        <a:srgbClr val="FF9900"/>
      </a:accent5>
      <a:accent6>
        <a:srgbClr val="FFCC00"/>
      </a:accent6>
      <a:hlink>
        <a:srgbClr val="0076E0"/>
      </a:hlink>
      <a:folHlink>
        <a:srgbClr val="0099C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t">
        <a:normAutofit/>
      </a:bodyPr>
      <a:lstStyle>
        <a:defPPr algn="l">
          <a:defRPr dirty="0" smtClean="0">
            <a:solidFill>
              <a:srgbClr val="C00000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10ee7ea-5195-4ad5-87c8-74b2fa218b7f" xsi:nil="true"/>
    <lcf76f155ced4ddcb4097134ff3c332f xmlns="99c65327-a4be-45ea-82bc-5fc3a33d8e67">
      <Terms xmlns="http://schemas.microsoft.com/office/infopath/2007/PartnerControls"/>
    </lcf76f155ced4ddcb4097134ff3c332f>
    <Status xmlns="99c65327-a4be-45ea-82bc-5fc3a33d8e67">Undefined</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89541813C9004BA0FDDC7FF9740DE3" ma:contentTypeVersion="14" ma:contentTypeDescription="Create a new document." ma:contentTypeScope="" ma:versionID="b3a64f685696887fe5c916389a61f8b9">
  <xsd:schema xmlns:xsd="http://www.w3.org/2001/XMLSchema" xmlns:xs="http://www.w3.org/2001/XMLSchema" xmlns:p="http://schemas.microsoft.com/office/2006/metadata/properties" xmlns:ns2="99c65327-a4be-45ea-82bc-5fc3a33d8e67" xmlns:ns3="310ee7ea-5195-4ad5-87c8-74b2fa218b7f" targetNamespace="http://schemas.microsoft.com/office/2006/metadata/properties" ma:root="true" ma:fieldsID="61c5aa1f373a53d3c9cc7ea1ad05e903" ns2:_="" ns3:_="">
    <xsd:import namespace="99c65327-a4be-45ea-82bc-5fc3a33d8e67"/>
    <xsd:import namespace="310ee7ea-5195-4ad5-87c8-74b2fa218b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c65327-a4be-45ea-82bc-5fc3a33d8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cf77c6f-7d90-4f59-9429-7beb732601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Status" ma:index="21" nillable="true" ma:displayName="Status" ma:default="Undefined" ma:format="Dropdown" ma:internalName="Status">
      <xsd:simpleType>
        <xsd:restriction base="dms:Choice">
          <xsd:enumeration value="Published to Master Course"/>
          <xsd:enumeration value="Needs Content update/Validation"/>
          <xsd:enumeration value="Old PPT template"/>
          <xsd:enumeration value="Undefin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0ee7ea-5195-4ad5-87c8-74b2fa218b7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8a32077-eef9-471f-91bd-62361815cebd}" ma:internalName="TaxCatchAll" ma:showField="CatchAllData" ma:web="310ee7ea-5195-4ad5-87c8-74b2fa218b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B51E5E-7E61-4472-9AD0-896A6A1832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EC0DD8-8EC3-4E72-9168-2257D157AD98}">
  <ds:schemaRefs>
    <ds:schemaRef ds:uri="http://schemas.microsoft.com/office/infopath/2007/PartnerControls"/>
    <ds:schemaRef ds:uri="http://purl.org/dc/dcmitype/"/>
    <ds:schemaRef ds:uri="4f29d57b-08d4-4845-bc15-760501bed384"/>
    <ds:schemaRef ds:uri="http://purl.org/dc/terms/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9a93d312-669d-41f1-aece-8edba6a98d2c"/>
    <ds:schemaRef ds:uri="310ee7ea-5195-4ad5-87c8-74b2fa218b7f"/>
    <ds:schemaRef ds:uri="99c65327-a4be-45ea-82bc-5fc3a33d8e67"/>
  </ds:schemaRefs>
</ds:datastoreItem>
</file>

<file path=customXml/itemProps3.xml><?xml version="1.0" encoding="utf-8"?>
<ds:datastoreItem xmlns:ds="http://schemas.openxmlformats.org/officeDocument/2006/customXml" ds:itemID="{464B8C8B-50BC-409A-AF39-77B354A7D9B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1328</Words>
  <Application>Microsoft Office PowerPoint</Application>
  <PresentationFormat>Widescreen</PresentationFormat>
  <Paragraphs>181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Nova Light</vt:lpstr>
      <vt:lpstr>Calibri</vt:lpstr>
      <vt:lpstr>Wingdings</vt:lpstr>
      <vt:lpstr>Kantoorthema</vt:lpstr>
      <vt:lpstr>Fontys-basic-sheet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Fontys Hogescholen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Werkplaats Instrumentarium project  (WIN-project)</dc:title>
  <dc:creator>Theunissen,Kevin K.A.T.M.</dc:creator>
  <cp:lastModifiedBy>Gorentla,Raja R.R.</cp:lastModifiedBy>
  <cp:revision>312</cp:revision>
  <dcterms:created xsi:type="dcterms:W3CDTF">2021-10-15T15:17:48Z</dcterms:created>
  <dcterms:modified xsi:type="dcterms:W3CDTF">2025-01-14T08:41:36Z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0x0101005189541813C9004BA0FDDC7FF9740DE3</vt:lpwstr>
  </property>
  <property fmtid="{D5CDD505-2E9C-101B-9397-08002B2CF9AE}" pid="3" name="MediaServiceImageTags">
    <vt:lpwstr/>
  </property>
</Properties>
</file>